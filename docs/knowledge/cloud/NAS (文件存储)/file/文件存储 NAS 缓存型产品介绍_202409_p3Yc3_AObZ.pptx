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48" r:id="rId1"/>
    <p:sldMasterId id="2147483657" r:id="rId2"/>
  </p:sldMasterIdLst>
  <p:notesMasterIdLst>
    <p:notesMasterId r:id="rId14"/>
  </p:notesMasterIdLst>
  <p:sldIdLst>
    <p:sldId id="256" r:id="rId3"/>
    <p:sldId id="289" r:id="rId4"/>
    <p:sldId id="283" r:id="rId5"/>
    <p:sldId id="290" r:id="rId6"/>
    <p:sldId id="288" r:id="rId7"/>
    <p:sldId id="291" r:id="rId8"/>
    <p:sldId id="292" r:id="rId9"/>
    <p:sldId id="287" r:id="rId10"/>
    <p:sldId id="293" r:id="rId11"/>
    <p:sldId id="278" r:id="rId12"/>
    <p:sldId id="259" r:id="rId13"/>
  </p:sldIdLst>
  <p:sldSz cx="12192000" cy="6858000"/>
  <p:notesSz cx="6858000" cy="9144000"/>
  <p:embeddedFontLst>
    <p:embeddedFont>
      <p:font typeface="等线" panose="02010600030101010101" pitchFamily="2" charset="-122"/>
      <p:regular r:id="rId15"/>
      <p:bold r:id="rId16"/>
    </p:embeddedFont>
    <p:embeddedFont>
      <p:font typeface="FZLanTingHeiS-R-GB" panose="02000000000000000000" pitchFamily="2" charset="-122"/>
      <p:regular r:id="rId17"/>
    </p:embeddedFont>
    <p:embeddedFont>
      <p:font typeface="Lantinghei SC Demibold" panose="02000000000000000000" pitchFamily="2" charset="-122"/>
      <p:regular r:id="rId18"/>
      <p:bold r:id="rId19"/>
    </p:embeddedFont>
    <p:embeddedFont>
      <p:font typeface="微软雅黑" panose="020B0503020204020204" pitchFamily="34" charset="-122"/>
      <p:regular r:id="rId20"/>
      <p:bold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87" userDrawn="1">
          <p15:clr>
            <a:srgbClr val="747775"/>
          </p15:clr>
        </p15:guide>
        <p15:guide id="2" pos="2832"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EFF"/>
    <a:srgbClr val="0053FF"/>
    <a:srgbClr val="00E7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showGuides="1">
      <p:cViewPr varScale="1">
        <p:scale>
          <a:sx n="121" d="100"/>
          <a:sy n="121" d="100"/>
        </p:scale>
        <p:origin x="744" y="176"/>
      </p:cViewPr>
      <p:guideLst>
        <p:guide orient="horz" pos="1687"/>
        <p:guide pos="283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4.fntdata"/><Relationship Id="rId3" Type="http://schemas.openxmlformats.org/officeDocument/2006/relationships/slide" Target="slides/slide1.xml"/><Relationship Id="rId21" Type="http://schemas.openxmlformats.org/officeDocument/2006/relationships/font" Target="fonts/font7.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font" Target="fonts/font1.fntdata"/><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font" Target="fonts/font5.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19.11.2024</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669882" y="2308881"/>
            <a:ext cx="10852237" cy="899167"/>
          </a:xfrm>
          <a:prstGeom prst="rect">
            <a:avLst/>
          </a:prstGeom>
          <a:noFill/>
          <a:ln w="12700">
            <a:noFill/>
            <a:prstDash val="solid"/>
          </a:ln>
        </p:spPr>
        <p:txBody>
          <a:bodyPr lIns="104775" tIns="38100" rIns="28575" bIns="38100" anchor="t">
            <a:noAutofit/>
          </a:bodyPr>
          <a:lstStyle>
            <a:lvl1pPr algn="ctr">
              <a:lnSpc>
                <a:spcPct val="100000"/>
              </a:lnSpc>
              <a:defRPr sz="5400" b="0" i="0" u="none" strike="noStrike" spc="800">
                <a:solidFill>
                  <a:srgbClr val="000000">
                    <a:alpha val="100000"/>
                  </a:srgbClr>
                </a:solidFill>
                <a:latin typeface="微软雅黑"/>
              </a:defRPr>
            </a:lvl1pPr>
          </a:lstStyle>
          <a:p>
            <a:pPr indent="0" algn="ctr">
              <a:lnSpc>
                <a:spcPct val="100000"/>
              </a:lnSpc>
            </a:pPr>
            <a:r>
              <a:rPr lang="en-US" sz="5400" b="0" i="0" u="none" strike="noStrike" spc="600">
                <a:solidFill>
                  <a:srgbClr val="000000"/>
                </a:solidFill>
                <a:latin typeface="微软雅黑"/>
              </a:rPr>
              <a:t>单击此处编辑标题</a:t>
            </a:r>
          </a:p>
        </p:txBody>
      </p:sp>
      <p:sp>
        <p:nvSpPr>
          <p:cNvPr id="3" name="AutoShape 3"/>
          <p:cNvSpPr>
            <a:spLocks noGrp="1"/>
          </p:cNvSpPr>
          <p:nvPr>
            <p:ph type="body" sz="quarter" idx="7" hasCustomPrompt="1"/>
          </p:nvPr>
        </p:nvSpPr>
        <p:spPr>
          <a:xfrm>
            <a:off x="669925" y="3565525"/>
            <a:ext cx="10852150" cy="801370"/>
          </a:xfrm>
          <a:prstGeom prst="rect">
            <a:avLst/>
          </a:prstGeom>
          <a:noFill/>
          <a:ln w="12700">
            <a:noFill/>
            <a:prstDash val="solid"/>
          </a:ln>
        </p:spPr>
        <p:txBody>
          <a:bodyPr lIns="104775" tIns="38100" rIns="76200" bIns="38100" anchor="ctr">
            <a:noAutofit/>
          </a:bodyPr>
          <a:lstStyle>
            <a:lvl1pPr algn="ctr">
              <a:lnSpc>
                <a:spcPct val="100000"/>
              </a:lnSpc>
              <a:defRPr sz="2400" b="0" i="0" u="none" strike="noStrike" spc="200">
                <a:solidFill>
                  <a:srgbClr val="000000">
                    <a:alpha val="100000"/>
                  </a:srgbClr>
                </a:solidFill>
                <a:latin typeface="微软雅黑"/>
              </a:defRPr>
            </a:lvl1pPr>
          </a:lstStyle>
          <a:p>
            <a:pPr indent="0" algn="ctr">
              <a:lnSpc>
                <a:spcPct val="100000"/>
              </a:lnSpc>
            </a:pPr>
            <a:r>
              <a:rPr lang="en-US" sz="2400" b="0" i="0" u="none" strike="noStrike" spc="200">
                <a:solidFill>
                  <a:srgbClr val="000000"/>
                </a:solidFill>
                <a:latin typeface="微软雅黑"/>
              </a:rPr>
              <a:t>单击此处编辑副标题</a:t>
            </a:r>
          </a:p>
        </p:txBody>
      </p:sp>
      <p:sp>
        <p:nvSpPr>
          <p:cNvPr id="4" name="AutoShape 4"/>
          <p:cNvSpPr>
            <a:spLocks noGrp="1"/>
          </p:cNvSpPr>
          <p:nvPr>
            <p:ph type="body" sz="quarter" idx="8" hasCustomPrompt="1"/>
          </p:nvPr>
        </p:nvSpPr>
        <p:spPr>
          <a:xfrm>
            <a:off x="4116000" y="6349833"/>
            <a:ext cx="3960000" cy="316800"/>
          </a:xfrm>
          <a:prstGeom prst="rect">
            <a:avLst/>
          </a:prstGeom>
          <a:noFill/>
          <a:ln w="12700">
            <a:noFill/>
            <a:prstDash val="solid"/>
          </a:ln>
        </p:spPr>
        <p:txBody>
          <a:bodyPr lIns="95250" tIns="47625" rIns="95250" bIns="47625" anchor="ctr">
            <a:noAutofit/>
          </a:bodyPr>
          <a:lstStyle>
            <a:lvl1pPr algn="ctr">
              <a:lnSpc>
                <a:spcPct val="100000"/>
              </a:lnSpc>
              <a:defRPr sz="1200" b="0" i="0" u="none" strike="noStrike">
                <a:solidFill>
                  <a:srgbClr val="1F2329">
                    <a:alpha val="100000"/>
                  </a:srgbClr>
                </a:solidFill>
              </a:defRPr>
            </a:lvl1pPr>
          </a:lstStyle>
          <a:p>
            <a:pPr indent="0" algn="ctr">
              <a:lnSpc>
                <a:spcPct val="100000"/>
              </a:lnSpc>
            </a:pPr>
            <a:r>
              <a:rPr lang="en-US" sz="1200" b="0" i="0" u="none" strike="noStrike">
                <a:solidFill>
                  <a:srgbClr val="898989"/>
                </a:solidFill>
                <a:latin typeface="微软雅黑"/>
              </a:rPr>
              <a:t>页脚</a:t>
            </a:r>
          </a:p>
        </p:txBody>
      </p:sp>
      <p:sp>
        <p:nvSpPr>
          <p:cNvPr id="5" name="AutoShape 5"/>
          <p:cNvSpPr>
            <a:spLocks noGrp="1"/>
          </p:cNvSpPr>
          <p:nvPr>
            <p:ph type="body" sz="quarter" idx="9" hasCustomPrompt="1"/>
          </p:nvPr>
        </p:nvSpPr>
        <p:spPr>
          <a:xfrm>
            <a:off x="8610600" y="6349833"/>
            <a:ext cx="2700000" cy="316800"/>
          </a:xfrm>
          <a:prstGeom prst="rect">
            <a:avLst/>
          </a:prstGeom>
          <a:noFill/>
          <a:ln w="12700">
            <a:noFill/>
            <a:prstDash val="solid"/>
          </a:ln>
        </p:spPr>
        <p:txBody>
          <a:bodyPr lIns="95250" tIns="47625" rIns="95250" bIns="47625" anchor="ctr">
            <a:noAutofit/>
          </a:bodyPr>
          <a:lstStyle>
            <a:lvl1pPr algn="r">
              <a:lnSpc>
                <a:spcPct val="100000"/>
              </a:lnSpc>
              <a:defRPr sz="1200" b="0" i="0" u="none" strike="noStrike">
                <a:solidFill>
                  <a:srgbClr val="898989">
                    <a:alpha val="100000"/>
                  </a:srgbClr>
                </a:solidFill>
                <a:latin typeface="微软雅黑"/>
              </a:defRPr>
            </a:lvl1pPr>
          </a:lstStyle>
          <a:p>
            <a:pPr indent="0" algn="r">
              <a:lnSpc>
                <a:spcPct val="100000"/>
              </a:lnSpc>
            </a:pPr>
            <a:r>
              <a:rPr lang="en-US" sz="1200" b="0" i="0" u="none" strike="noStrike">
                <a:solidFill>
                  <a:srgbClr val="898989"/>
                </a:solidFill>
                <a:latin typeface="微软雅黑"/>
              </a:rPr>
              <a:t>‹#›</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和正文">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xfrm>
            <a:off x="669882" y="581225"/>
            <a:ext cx="10852237" cy="648000"/>
          </a:xfrm>
          <a:prstGeom prst="rect">
            <a:avLst/>
          </a:prstGeom>
          <a:noFill/>
          <a:ln w="12700">
            <a:noFill/>
            <a:prstDash val="solid"/>
          </a:ln>
        </p:spPr>
        <p:txBody>
          <a:bodyPr lIns="104775" tIns="38100" rIns="76200" bIns="38100" anchor="ctr">
            <a:noAutofit/>
          </a:bodyPr>
          <a:lstStyle>
            <a:lvl1pPr algn="l">
              <a:lnSpc>
                <a:spcPct val="100000"/>
              </a:lnSpc>
              <a:defRPr sz="3100" b="1" i="0" u="none" strike="noStrike" spc="200">
                <a:solidFill>
                  <a:srgbClr val="000000">
                    <a:alpha val="100000"/>
                  </a:srgbClr>
                </a:solidFill>
                <a:latin typeface="微软雅黑"/>
              </a:defRPr>
            </a:lvl1pPr>
          </a:lstStyle>
          <a:p>
            <a:pPr indent="0" algn="l">
              <a:lnSpc>
                <a:spcPct val="100000"/>
              </a:lnSpc>
            </a:pPr>
            <a:r>
              <a:rPr lang="en-US" sz="3150" b="1" i="0" u="none" strike="noStrike" spc="200">
                <a:solidFill>
                  <a:srgbClr val="000000"/>
                </a:solidFill>
                <a:latin typeface="微软雅黑"/>
              </a:rPr>
              <a:t>单击此处编辑标题</a:t>
            </a:r>
          </a:p>
        </p:txBody>
      </p:sp>
      <p:sp>
        <p:nvSpPr>
          <p:cNvPr id="3" name="AutoShape 3"/>
          <p:cNvSpPr>
            <a:spLocks noGrp="1"/>
          </p:cNvSpPr>
          <p:nvPr>
            <p:ph type="body" sz="quarter" idx="11" hasCustomPrompt="1"/>
          </p:nvPr>
        </p:nvSpPr>
        <p:spPr>
          <a:xfrm>
            <a:off x="4116000" y="6349833"/>
            <a:ext cx="3960000" cy="316800"/>
          </a:xfrm>
          <a:prstGeom prst="rect">
            <a:avLst/>
          </a:prstGeom>
          <a:noFill/>
          <a:ln w="12700">
            <a:noFill/>
            <a:prstDash val="solid"/>
          </a:ln>
        </p:spPr>
        <p:txBody>
          <a:bodyPr lIns="95250" tIns="47625" rIns="95250" bIns="47625" anchor="ctr">
            <a:noAutofit/>
          </a:bodyPr>
          <a:lstStyle>
            <a:lvl1pPr algn="ctr">
              <a:lnSpc>
                <a:spcPct val="100000"/>
              </a:lnSpc>
              <a:defRPr sz="1200" b="0" i="0" u="none" strike="noStrike">
                <a:solidFill>
                  <a:srgbClr val="1F2329">
                    <a:alpha val="100000"/>
                  </a:srgbClr>
                </a:solidFill>
              </a:defRPr>
            </a:lvl1pPr>
          </a:lstStyle>
          <a:p>
            <a:pPr indent="0" algn="ctr">
              <a:lnSpc>
                <a:spcPct val="100000"/>
              </a:lnSpc>
            </a:pPr>
            <a:r>
              <a:rPr lang="en-US" sz="1200" b="0" i="0" u="none" strike="noStrike">
                <a:solidFill>
                  <a:srgbClr val="898989"/>
                </a:solidFill>
                <a:latin typeface="微软雅黑"/>
              </a:rPr>
              <a:t>页脚</a:t>
            </a:r>
          </a:p>
        </p:txBody>
      </p:sp>
      <p:sp>
        <p:nvSpPr>
          <p:cNvPr id="4" name="AutoShape 4"/>
          <p:cNvSpPr>
            <a:spLocks noGrp="1"/>
          </p:cNvSpPr>
          <p:nvPr>
            <p:ph type="body" sz="quarter" idx="12" hasCustomPrompt="1"/>
          </p:nvPr>
        </p:nvSpPr>
        <p:spPr>
          <a:xfrm>
            <a:off x="8610600" y="6349833"/>
            <a:ext cx="2700000" cy="316800"/>
          </a:xfrm>
          <a:prstGeom prst="rect">
            <a:avLst/>
          </a:prstGeom>
          <a:noFill/>
          <a:ln w="12700">
            <a:noFill/>
            <a:prstDash val="solid"/>
          </a:ln>
        </p:spPr>
        <p:txBody>
          <a:bodyPr lIns="95250" tIns="47625" rIns="95250" bIns="47625" anchor="ctr">
            <a:noAutofit/>
          </a:bodyPr>
          <a:lstStyle>
            <a:lvl1pPr algn="r">
              <a:lnSpc>
                <a:spcPct val="100000"/>
              </a:lnSpc>
              <a:defRPr sz="1200" b="0" i="0" u="none" strike="noStrike">
                <a:solidFill>
                  <a:srgbClr val="898989">
                    <a:alpha val="100000"/>
                  </a:srgbClr>
                </a:solidFill>
                <a:latin typeface="微软雅黑"/>
              </a:defRPr>
            </a:lvl1pPr>
          </a:lstStyle>
          <a:p>
            <a:pPr indent="0" algn="r">
              <a:lnSpc>
                <a:spcPct val="100000"/>
              </a:lnSpc>
            </a:pPr>
            <a:r>
              <a:rPr lang="en-US" sz="1200" b="0" i="0" u="none" strike="noStrike">
                <a:solidFill>
                  <a:srgbClr val="898989"/>
                </a:solidFill>
                <a:latin typeface="微软雅黑"/>
              </a:rPr>
              <a:t>‹#›</a:t>
            </a:r>
          </a:p>
        </p:txBody>
      </p:sp>
      <p:sp>
        <p:nvSpPr>
          <p:cNvPr id="5" name="AutoShape 5"/>
          <p:cNvSpPr>
            <a:spLocks noGrp="1"/>
          </p:cNvSpPr>
          <p:nvPr>
            <p:ph type="body" sz="quarter" idx="13" hasCustomPrompt="1"/>
          </p:nvPr>
        </p:nvSpPr>
        <p:spPr>
          <a:xfrm>
            <a:off x="669925" y="1508125"/>
            <a:ext cx="10852150" cy="4749165"/>
          </a:xfrm>
          <a:prstGeom prst="rect">
            <a:avLst/>
          </a:prstGeom>
          <a:noFill/>
          <a:ln w="12700">
            <a:noFill/>
            <a:prstDash val="solid"/>
          </a:ln>
        </p:spPr>
        <p:txBody>
          <a:bodyPr lIns="104775" tIns="0" rIns="85725" bIns="0" anchor="t">
            <a:noAutofit/>
          </a:bodyPr>
          <a:lstStyle>
            <a:lvl1pPr algn="l">
              <a:lnSpc>
                <a:spcPct val="130000"/>
              </a:lnSpc>
              <a:defRPr sz="2400" b="0" i="0" u="none" strike="noStrike" spc="200">
                <a:solidFill>
                  <a:srgbClr val="000000">
                    <a:alpha val="100000"/>
                  </a:srgbClr>
                </a:solidFill>
                <a:latin typeface="微软雅黑"/>
              </a:defRPr>
            </a:lvl1pPr>
          </a:lstStyle>
          <a:p>
            <a:pPr marL="0" lvl="0" indent="304800" algn="l">
              <a:lnSpc>
                <a:spcPct val="130000"/>
              </a:lnSpc>
              <a:buClr>
                <a:srgbClr val="000000"/>
              </a:buClr>
              <a:buChar char="•"/>
            </a:pPr>
            <a:r>
              <a:rPr lang="en-US" sz="2400" b="0" i="0" u="none" strike="noStrike" spc="150">
                <a:solidFill>
                  <a:srgbClr val="000000"/>
                </a:solidFill>
                <a:latin typeface="微软雅黑"/>
              </a:rPr>
              <a:t>单击此处编辑正文</a:t>
            </a:r>
          </a:p>
          <a:p>
            <a:pPr marL="0" lvl="0" indent="304800" algn="l">
              <a:lnSpc>
                <a:spcPct val="130000"/>
              </a:lnSpc>
              <a:buClr>
                <a:srgbClr val="000000"/>
              </a:buClr>
              <a:buChar char="•"/>
            </a:pPr>
            <a:r>
              <a:rPr lang="en-US" sz="2400" b="0" i="0" u="none" strike="noStrike" spc="150">
                <a:solidFill>
                  <a:srgbClr val="000000"/>
                </a:solidFill>
                <a:latin typeface="微软雅黑"/>
              </a:rPr>
              <a:t>单击此处编辑正文</a:t>
            </a:r>
          </a:p>
          <a:p>
            <a:pPr marL="0" lvl="0" indent="304800" algn="l">
              <a:lnSpc>
                <a:spcPct val="130000"/>
              </a:lnSpc>
              <a:buClr>
                <a:srgbClr val="000000"/>
              </a:buClr>
              <a:buChar char="•"/>
            </a:pPr>
            <a:r>
              <a:rPr lang="en-US" sz="2400" b="0" i="0" u="none" strike="noStrike" spc="150">
                <a:solidFill>
                  <a:srgbClr val="000000"/>
                </a:solidFill>
                <a:latin typeface="微软雅黑"/>
              </a:rPr>
              <a:t>单击此处编辑正文</a:t>
            </a:r>
          </a:p>
          <a:p>
            <a:pPr marL="0" lvl="0" indent="304800" algn="l">
              <a:lnSpc>
                <a:spcPct val="130000"/>
              </a:lnSpc>
              <a:buClr>
                <a:srgbClr val="000000"/>
              </a:buClr>
              <a:buChar char="•"/>
            </a:pPr>
            <a:r>
              <a:rPr lang="en-US" sz="2400" b="0" i="0" u="none" strike="noStrike" spc="150">
                <a:solidFill>
                  <a:srgbClr val="000000"/>
                </a:solidFill>
                <a:latin typeface="微软雅黑"/>
              </a:rPr>
              <a:t>单击此处编辑正文</a:t>
            </a:r>
          </a:p>
          <a:p>
            <a:pPr marL="0" lvl="0" indent="304800" algn="l">
              <a:lnSpc>
                <a:spcPct val="130000"/>
              </a:lnSpc>
              <a:buClr>
                <a:srgbClr val="000000"/>
              </a:buClr>
              <a:buChar char="•"/>
            </a:pPr>
            <a:r>
              <a:rPr lang="en-US" sz="2400" b="0" i="0" u="none" strike="noStrike" spc="150">
                <a:solidFill>
                  <a:srgbClr val="000000"/>
                </a:solidFill>
                <a:latin typeface="微软雅黑"/>
              </a:rPr>
              <a:t>单击此处编辑正文</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与图文">
    <p:spTree>
      <p:nvGrpSpPr>
        <p:cNvPr id="1" name=""/>
        <p:cNvGrpSpPr/>
        <p:nvPr/>
      </p:nvGrpSpPr>
      <p:grpSpPr>
        <a:xfrm>
          <a:off x="0" y="0"/>
          <a:ext cx="0" cy="0"/>
          <a:chOff x="0" y="0"/>
          <a:chExt cx="0" cy="0"/>
        </a:xfrm>
      </p:grpSpPr>
      <p:sp>
        <p:nvSpPr>
          <p:cNvPr id="2" name="AutoShape 2"/>
          <p:cNvSpPr>
            <a:spLocks noGrp="1"/>
          </p:cNvSpPr>
          <p:nvPr>
            <p:ph type="body" sz="quarter" idx="14" hasCustomPrompt="1"/>
          </p:nvPr>
        </p:nvSpPr>
        <p:spPr>
          <a:xfrm>
            <a:off x="4116000" y="6349833"/>
            <a:ext cx="3960000" cy="316800"/>
          </a:xfrm>
          <a:prstGeom prst="rect">
            <a:avLst/>
          </a:prstGeom>
          <a:noFill/>
          <a:ln w="12700">
            <a:noFill/>
            <a:prstDash val="solid"/>
          </a:ln>
        </p:spPr>
        <p:txBody>
          <a:bodyPr lIns="95250" tIns="47625" rIns="95250" bIns="47625" anchor="ctr">
            <a:noAutofit/>
          </a:bodyPr>
          <a:lstStyle>
            <a:lvl1pPr algn="ctr">
              <a:lnSpc>
                <a:spcPct val="100000"/>
              </a:lnSpc>
              <a:defRPr sz="1200" b="0" i="0" u="none" strike="noStrike">
                <a:solidFill>
                  <a:srgbClr val="1F2329">
                    <a:alpha val="100000"/>
                  </a:srgbClr>
                </a:solidFill>
              </a:defRPr>
            </a:lvl1pPr>
          </a:lstStyle>
          <a:p>
            <a:pPr indent="0" algn="ctr">
              <a:lnSpc>
                <a:spcPct val="100000"/>
              </a:lnSpc>
            </a:pPr>
            <a:r>
              <a:rPr lang="en-US" sz="1200" b="0" i="0" u="none" strike="noStrike">
                <a:solidFill>
                  <a:srgbClr val="898989"/>
                </a:solidFill>
                <a:latin typeface="微软雅黑"/>
              </a:rPr>
              <a:t>页脚</a:t>
            </a:r>
          </a:p>
        </p:txBody>
      </p:sp>
      <p:sp>
        <p:nvSpPr>
          <p:cNvPr id="3" name="AutoShape 3"/>
          <p:cNvSpPr>
            <a:spLocks noGrp="1"/>
          </p:cNvSpPr>
          <p:nvPr>
            <p:ph type="body" sz="quarter" idx="15" hasCustomPrompt="1"/>
          </p:nvPr>
        </p:nvSpPr>
        <p:spPr>
          <a:xfrm>
            <a:off x="8610600" y="6349833"/>
            <a:ext cx="2700000" cy="316800"/>
          </a:xfrm>
          <a:prstGeom prst="rect">
            <a:avLst/>
          </a:prstGeom>
          <a:noFill/>
          <a:ln w="12700">
            <a:noFill/>
            <a:prstDash val="solid"/>
          </a:ln>
        </p:spPr>
        <p:txBody>
          <a:bodyPr lIns="95250" tIns="47625" rIns="95250" bIns="47625" anchor="ctr">
            <a:noAutofit/>
          </a:bodyPr>
          <a:lstStyle>
            <a:lvl1pPr algn="r">
              <a:lnSpc>
                <a:spcPct val="100000"/>
              </a:lnSpc>
              <a:defRPr sz="1200" b="0" i="0" u="none" strike="noStrike">
                <a:solidFill>
                  <a:srgbClr val="898989">
                    <a:alpha val="100000"/>
                  </a:srgbClr>
                </a:solidFill>
                <a:latin typeface="微软雅黑"/>
              </a:defRPr>
            </a:lvl1pPr>
          </a:lstStyle>
          <a:p>
            <a:pPr indent="0" algn="r">
              <a:lnSpc>
                <a:spcPct val="100000"/>
              </a:lnSpc>
            </a:pPr>
            <a:r>
              <a:rPr lang="en-US" sz="1200" b="0" i="0" u="none" strike="noStrike">
                <a:solidFill>
                  <a:srgbClr val="898989"/>
                </a:solidFill>
                <a:latin typeface="微软雅黑"/>
              </a:rPr>
              <a:t>‹#›</a:t>
            </a:r>
          </a:p>
        </p:txBody>
      </p:sp>
      <p:sp>
        <p:nvSpPr>
          <p:cNvPr id="4" name="AutoShape 4"/>
          <p:cNvSpPr>
            <a:spLocks noGrp="1"/>
          </p:cNvSpPr>
          <p:nvPr>
            <p:ph type="body" sz="quarter" idx="16" hasCustomPrompt="1"/>
          </p:nvPr>
        </p:nvSpPr>
        <p:spPr>
          <a:xfrm>
            <a:off x="840105" y="727710"/>
            <a:ext cx="3931920" cy="1115060"/>
          </a:xfrm>
          <a:prstGeom prst="rect">
            <a:avLst/>
          </a:prstGeom>
          <a:noFill/>
          <a:ln w="12700">
            <a:noFill/>
            <a:prstDash val="solid"/>
          </a:ln>
        </p:spPr>
        <p:txBody>
          <a:bodyPr lIns="104775" tIns="38100" rIns="76200" bIns="38100" anchor="ctr">
            <a:noAutofit/>
          </a:bodyPr>
          <a:lstStyle>
            <a:lvl1pPr algn="l">
              <a:lnSpc>
                <a:spcPct val="100000"/>
              </a:lnSpc>
              <a:defRPr sz="3100" b="0" i="0" u="none" strike="noStrike" spc="200">
                <a:solidFill>
                  <a:srgbClr val="000000">
                    <a:alpha val="100000"/>
                  </a:srgbClr>
                </a:solidFill>
                <a:latin typeface="微软雅黑"/>
              </a:defRPr>
            </a:lvl1pPr>
          </a:lstStyle>
          <a:p>
            <a:pPr indent="0" algn="l">
              <a:lnSpc>
                <a:spcPct val="100000"/>
              </a:lnSpc>
            </a:pPr>
            <a:r>
              <a:rPr lang="en-US" sz="3150" b="0" i="0" u="none" strike="noStrike" spc="200">
                <a:solidFill>
                  <a:srgbClr val="000000"/>
                </a:solidFill>
                <a:latin typeface="微软雅黑"/>
              </a:rPr>
              <a:t>单击此处编辑标题</a:t>
            </a:r>
          </a:p>
        </p:txBody>
      </p:sp>
      <p:sp>
        <p:nvSpPr>
          <p:cNvPr id="5" name="AutoShape 5"/>
          <p:cNvSpPr>
            <a:spLocks noGrp="1"/>
          </p:cNvSpPr>
          <p:nvPr>
            <p:ph type="body" sz="quarter" idx="17" hasCustomPrompt="1"/>
          </p:nvPr>
        </p:nvSpPr>
        <p:spPr>
          <a:xfrm>
            <a:off x="5138420" y="727710"/>
            <a:ext cx="6172200" cy="5403215"/>
          </a:xfrm>
          <a:prstGeom prst="rect">
            <a:avLst/>
          </a:prstGeom>
          <a:noFill/>
          <a:ln w="12700">
            <a:noFill/>
            <a:prstDash val="solid"/>
          </a:ln>
        </p:spPr>
        <p:txBody>
          <a:bodyPr lIns="104775" tIns="0" rIns="85725" bIns="0" anchor="t">
            <a:noAutofit/>
          </a:bodyPr>
          <a:lstStyle>
            <a:lvl1pPr algn="l">
              <a:lnSpc>
                <a:spcPct val="130000"/>
              </a:lnSpc>
              <a:defRPr sz="2400" b="0" i="0" u="none" strike="noStrike" spc="200">
                <a:solidFill>
                  <a:srgbClr val="000000">
                    <a:alpha val="100000"/>
                  </a:srgbClr>
                </a:solidFill>
                <a:latin typeface="微软雅黑"/>
              </a:defRPr>
            </a:lvl1pPr>
          </a:lstStyle>
          <a:p>
            <a:pPr marL="0" lvl="0" indent="304800" algn="l">
              <a:lnSpc>
                <a:spcPct val="130000"/>
              </a:lnSpc>
              <a:buClr>
                <a:srgbClr val="000000"/>
              </a:buClr>
              <a:buChar char="•"/>
            </a:pPr>
            <a:r>
              <a:rPr lang="en-US" sz="2400" b="0" i="0" u="none" strike="noStrike" spc="150">
                <a:solidFill>
                  <a:srgbClr val="000000"/>
                </a:solidFill>
                <a:latin typeface="微软雅黑"/>
              </a:rPr>
              <a:t>单击此处编辑正文</a:t>
            </a:r>
          </a:p>
        </p:txBody>
      </p:sp>
      <p:sp>
        <p:nvSpPr>
          <p:cNvPr id="6" name="AutoShape 6"/>
          <p:cNvSpPr>
            <a:spLocks noGrp="1"/>
          </p:cNvSpPr>
          <p:nvPr>
            <p:ph type="body" sz="quarter" idx="18" hasCustomPrompt="1"/>
          </p:nvPr>
        </p:nvSpPr>
        <p:spPr>
          <a:xfrm>
            <a:off x="840105" y="2239645"/>
            <a:ext cx="3931920" cy="3891915"/>
          </a:xfrm>
          <a:prstGeom prst="rect">
            <a:avLst/>
          </a:prstGeom>
          <a:noFill/>
          <a:ln w="12700">
            <a:noFill/>
            <a:prstDash val="solid"/>
          </a:ln>
        </p:spPr>
        <p:txBody>
          <a:bodyPr lIns="104775" tIns="0" rIns="85725" bIns="0" anchor="t">
            <a:noAutofit/>
          </a:bodyPr>
          <a:lstStyle>
            <a:lvl1pPr algn="l">
              <a:lnSpc>
                <a:spcPct val="130000"/>
              </a:lnSpc>
              <a:defRPr sz="2400" b="0" i="0" u="none" strike="noStrike" spc="200">
                <a:solidFill>
                  <a:srgbClr val="000000">
                    <a:alpha val="100000"/>
                  </a:srgbClr>
                </a:solidFill>
                <a:latin typeface="微软雅黑"/>
              </a:defRPr>
            </a:lvl1pPr>
          </a:lstStyle>
          <a:p>
            <a:pPr marL="0" lvl="0" indent="304800" algn="l">
              <a:lnSpc>
                <a:spcPct val="130000"/>
              </a:lnSpc>
              <a:buClr>
                <a:srgbClr val="000000"/>
              </a:buClr>
              <a:buChar char="•"/>
            </a:pPr>
            <a:r>
              <a:rPr lang="en-US" sz="2400" b="0" i="0" u="none" strike="noStrike" spc="150">
                <a:solidFill>
                  <a:srgbClr val="000000"/>
                </a:solidFill>
                <a:latin typeface="微软雅黑"/>
              </a:rPr>
              <a:t>单击此处编辑正文</a:t>
            </a:r>
          </a:p>
          <a:p>
            <a:pPr marL="0" lvl="0" indent="304800" algn="l">
              <a:lnSpc>
                <a:spcPct val="130000"/>
              </a:lnSpc>
              <a:buClr>
                <a:srgbClr val="000000"/>
              </a:buClr>
              <a:buChar char="•"/>
            </a:pPr>
            <a:r>
              <a:rPr lang="en-US" sz="2400" b="0" i="0" u="none" strike="noStrike" spc="150">
                <a:solidFill>
                  <a:srgbClr val="000000"/>
                </a:solidFill>
                <a:latin typeface="微软雅黑"/>
              </a:rPr>
              <a:t>单击此处编辑正文</a:t>
            </a:r>
          </a:p>
          <a:p>
            <a:pPr marL="0" lvl="0" indent="304800" algn="l">
              <a:lnSpc>
                <a:spcPct val="130000"/>
              </a:lnSpc>
              <a:buClr>
                <a:srgbClr val="000000"/>
              </a:buClr>
              <a:buChar char="•"/>
            </a:pPr>
            <a:r>
              <a:rPr lang="en-US" sz="2400" b="0" i="0" u="none" strike="noStrike" spc="150">
                <a:solidFill>
                  <a:srgbClr val="000000"/>
                </a:solidFill>
                <a:latin typeface="微软雅黑"/>
              </a:rPr>
              <a:t>单击此处编辑正文</a:t>
            </a:r>
          </a:p>
          <a:p>
            <a:pPr marL="0" lvl="0" indent="304800" algn="l">
              <a:lnSpc>
                <a:spcPct val="130000"/>
              </a:lnSpc>
              <a:buClr>
                <a:srgbClr val="000000"/>
              </a:buClr>
              <a:buChar char="•"/>
            </a:pPr>
            <a:r>
              <a:rPr lang="en-US" sz="2400" b="0" i="0" u="none" strike="noStrike" spc="150">
                <a:solidFill>
                  <a:srgbClr val="000000"/>
                </a:solidFill>
                <a:latin typeface="微软雅黑"/>
              </a:rPr>
              <a:t>单击此处编辑正文</a:t>
            </a:r>
          </a:p>
          <a:p>
            <a:pPr marL="0" lvl="0" indent="304800" algn="l">
              <a:lnSpc>
                <a:spcPct val="130000"/>
              </a:lnSpc>
              <a:buClr>
                <a:srgbClr val="000000"/>
              </a:buClr>
              <a:buChar char="•"/>
            </a:pPr>
            <a:r>
              <a:rPr lang="en-US" sz="2400" b="0" i="0" u="none" strike="noStrike" spc="150">
                <a:solidFill>
                  <a:srgbClr val="000000"/>
                </a:solidFill>
                <a:latin typeface="微软雅黑"/>
              </a:rPr>
              <a:t>单击此处编辑正文</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图片与注释">
    <p:spTree>
      <p:nvGrpSpPr>
        <p:cNvPr id="1" name=""/>
        <p:cNvGrpSpPr/>
        <p:nvPr/>
      </p:nvGrpSpPr>
      <p:grpSpPr>
        <a:xfrm>
          <a:off x="0" y="0"/>
          <a:ext cx="0" cy="0"/>
          <a:chOff x="0" y="0"/>
          <a:chExt cx="0" cy="0"/>
        </a:xfrm>
      </p:grpSpPr>
      <p:sp>
        <p:nvSpPr>
          <p:cNvPr id="2" name="AutoShape 2"/>
          <p:cNvSpPr>
            <a:spLocks noGrp="1"/>
          </p:cNvSpPr>
          <p:nvPr>
            <p:ph type="body" sz="quarter" idx="19" hasCustomPrompt="1"/>
          </p:nvPr>
        </p:nvSpPr>
        <p:spPr>
          <a:xfrm>
            <a:off x="4116000" y="6349833"/>
            <a:ext cx="3960000" cy="316800"/>
          </a:xfrm>
          <a:prstGeom prst="rect">
            <a:avLst/>
          </a:prstGeom>
          <a:noFill/>
          <a:ln w="12700">
            <a:noFill/>
            <a:prstDash val="solid"/>
          </a:ln>
        </p:spPr>
        <p:txBody>
          <a:bodyPr lIns="95250" tIns="47625" rIns="95250" bIns="47625" anchor="ctr">
            <a:noAutofit/>
          </a:bodyPr>
          <a:lstStyle>
            <a:lvl1pPr algn="ctr">
              <a:lnSpc>
                <a:spcPct val="100000"/>
              </a:lnSpc>
              <a:defRPr sz="1200" b="0" i="0" u="none" strike="noStrike">
                <a:solidFill>
                  <a:srgbClr val="1F2329">
                    <a:alpha val="100000"/>
                  </a:srgbClr>
                </a:solidFill>
              </a:defRPr>
            </a:lvl1pPr>
          </a:lstStyle>
          <a:p>
            <a:pPr indent="0" algn="ctr">
              <a:lnSpc>
                <a:spcPct val="100000"/>
              </a:lnSpc>
            </a:pPr>
            <a:r>
              <a:rPr lang="en-US" sz="1200" b="0" i="0" u="none" strike="noStrike">
                <a:solidFill>
                  <a:srgbClr val="898989"/>
                </a:solidFill>
                <a:latin typeface="微软雅黑"/>
              </a:rPr>
              <a:t>页脚</a:t>
            </a:r>
          </a:p>
        </p:txBody>
      </p:sp>
      <p:sp>
        <p:nvSpPr>
          <p:cNvPr id="3" name="AutoShape 3"/>
          <p:cNvSpPr>
            <a:spLocks noGrp="1"/>
          </p:cNvSpPr>
          <p:nvPr>
            <p:ph type="body" sz="quarter" idx="20" hasCustomPrompt="1"/>
          </p:nvPr>
        </p:nvSpPr>
        <p:spPr>
          <a:xfrm>
            <a:off x="8610600" y="6349833"/>
            <a:ext cx="2700000" cy="316800"/>
          </a:xfrm>
          <a:prstGeom prst="rect">
            <a:avLst/>
          </a:prstGeom>
          <a:noFill/>
          <a:ln w="12700">
            <a:noFill/>
            <a:prstDash val="solid"/>
          </a:ln>
        </p:spPr>
        <p:txBody>
          <a:bodyPr lIns="95250" tIns="47625" rIns="95250" bIns="47625" anchor="ctr">
            <a:noAutofit/>
          </a:bodyPr>
          <a:lstStyle>
            <a:lvl1pPr algn="r">
              <a:lnSpc>
                <a:spcPct val="100000"/>
              </a:lnSpc>
              <a:defRPr sz="1200" b="0" i="0" u="none" strike="noStrike">
                <a:solidFill>
                  <a:srgbClr val="898989">
                    <a:alpha val="100000"/>
                  </a:srgbClr>
                </a:solidFill>
                <a:latin typeface="微软雅黑"/>
              </a:defRPr>
            </a:lvl1pPr>
          </a:lstStyle>
          <a:p>
            <a:pPr indent="0" algn="r">
              <a:lnSpc>
                <a:spcPct val="100000"/>
              </a:lnSpc>
            </a:pPr>
            <a:r>
              <a:rPr lang="en-US" sz="1200" b="0" i="0" u="none" strike="noStrike">
                <a:solidFill>
                  <a:srgbClr val="898989"/>
                </a:solidFill>
                <a:latin typeface="微软雅黑"/>
              </a:rPr>
              <a:t>‹#›</a:t>
            </a:r>
          </a:p>
        </p:txBody>
      </p:sp>
      <p:sp>
        <p:nvSpPr>
          <p:cNvPr id="4" name="AutoShape 4"/>
          <p:cNvSpPr>
            <a:spLocks noGrp="1"/>
          </p:cNvSpPr>
          <p:nvPr>
            <p:ph type="body" sz="quarter" idx="21" hasCustomPrompt="1"/>
          </p:nvPr>
        </p:nvSpPr>
        <p:spPr>
          <a:xfrm>
            <a:off x="669925" y="5605145"/>
            <a:ext cx="10852150" cy="558165"/>
          </a:xfrm>
          <a:prstGeom prst="rect">
            <a:avLst/>
          </a:prstGeom>
          <a:noFill/>
          <a:ln w="12700">
            <a:noFill/>
            <a:prstDash val="solid"/>
          </a:ln>
        </p:spPr>
        <p:txBody>
          <a:bodyPr lIns="104775" tIns="38100" rIns="76200" bIns="38100" anchor="ctr">
            <a:noAutofit/>
          </a:bodyPr>
          <a:lstStyle>
            <a:lvl1pPr algn="l">
              <a:lnSpc>
                <a:spcPct val="100000"/>
              </a:lnSpc>
              <a:defRPr sz="3100" b="0" i="0" u="none" strike="noStrike" spc="200">
                <a:solidFill>
                  <a:srgbClr val="000000">
                    <a:alpha val="100000"/>
                  </a:srgbClr>
                </a:solidFill>
                <a:latin typeface="微软雅黑"/>
              </a:defRPr>
            </a:lvl1pPr>
          </a:lstStyle>
          <a:p>
            <a:pPr indent="0" algn="l">
              <a:lnSpc>
                <a:spcPct val="100000"/>
              </a:lnSpc>
            </a:pPr>
            <a:r>
              <a:rPr lang="en-US" sz="3150" b="0" i="0" u="none" strike="noStrike" spc="200">
                <a:solidFill>
                  <a:srgbClr val="000000"/>
                </a:solidFill>
                <a:latin typeface="微软雅黑"/>
              </a:rPr>
              <a:t>单击此处编辑母版标题样式</a:t>
            </a:r>
          </a:p>
        </p:txBody>
      </p:sp>
      <p:sp>
        <p:nvSpPr>
          <p:cNvPr id="5" name="AutoShape 5"/>
          <p:cNvSpPr>
            <a:spLocks noGrp="1"/>
          </p:cNvSpPr>
          <p:nvPr>
            <p:ph type="body" sz="quarter" idx="22"/>
          </p:nvPr>
        </p:nvSpPr>
        <p:spPr>
          <a:xfrm>
            <a:off x="669925" y="641350"/>
            <a:ext cx="10852150" cy="4556125"/>
          </a:xfrm>
          <a:prstGeom prst="rect">
            <a:avLst/>
          </a:prstGeom>
          <a:noFill/>
          <a:ln w="12700">
            <a:noFill/>
            <a:prstDash val="solid"/>
          </a:ln>
        </p:spPr>
        <p:txBody>
          <a:bodyPr lIns="104775" tIns="0" rIns="85725" bIns="0" anchor="t">
            <a:noAutofit/>
          </a:bodyPr>
          <a:lstStyle>
            <a:lvl1pPr algn="l">
              <a:lnSpc>
                <a:spcPct val="130000"/>
              </a:lnSpc>
              <a:defRPr sz="2400" b="0" i="0" u="none" strike="noStrike" spc="200">
                <a:solidFill>
                  <a:srgbClr val="404040">
                    <a:alpha val="100000"/>
                  </a:srgbClr>
                </a:solidFill>
                <a:latin typeface="微软雅黑"/>
              </a:defRPr>
            </a:lvl1pPr>
          </a:lstStyle>
          <a:p>
            <a:pPr marL="0" lvl="0" indent="304800" algn="l">
              <a:lnSpc>
                <a:spcPct val="130000"/>
              </a:lnSpc>
              <a:buClr>
                <a:srgbClr val="404040"/>
              </a:buClr>
              <a:buChar char="•"/>
            </a:pPr>
            <a:r>
              <a:rPr lang="en-US" sz="2400" b="0" i="0" u="none" strike="noStrike" spc="150">
                <a:solidFill>
                  <a:srgbClr val="404040"/>
                </a:solidFill>
                <a:latin typeface="微软雅黑"/>
              </a:rPr>
              <a:t>单击此处编辑母版文本样式</a:t>
            </a:r>
          </a:p>
        </p:txBody>
      </p:sp>
      <p:sp>
        <p:nvSpPr>
          <p:cNvPr id="6" name="AutoShape 6"/>
          <p:cNvSpPr>
            <a:spLocks noGrp="1"/>
          </p:cNvSpPr>
          <p:nvPr>
            <p:ph type="body" sz="quarter" idx="23" hasCustomPrompt="1"/>
          </p:nvPr>
        </p:nvSpPr>
        <p:spPr>
          <a:xfrm>
            <a:off x="879742" y="6349833"/>
            <a:ext cx="2700000" cy="316800"/>
          </a:xfrm>
          <a:prstGeom prst="rect">
            <a:avLst/>
          </a:prstGeom>
          <a:noFill/>
          <a:ln w="12700">
            <a:noFill/>
            <a:prstDash val="solid"/>
          </a:ln>
        </p:spPr>
        <p:txBody>
          <a:bodyPr lIns="95250" tIns="47625" rIns="95250" bIns="47625" anchor="ctr">
            <a:noAutofit/>
          </a:bodyPr>
          <a:lstStyle>
            <a:lvl1pPr algn="l">
              <a:lnSpc>
                <a:spcPct val="100000"/>
              </a:lnSpc>
              <a:defRPr sz="1200" b="0" i="0" u="none" strike="noStrike">
                <a:solidFill>
                  <a:srgbClr val="898989">
                    <a:alpha val="100000"/>
                  </a:srgbClr>
                </a:solidFill>
                <a:latin typeface="微软雅黑"/>
              </a:defRPr>
            </a:lvl1pPr>
          </a:lstStyle>
          <a:p>
            <a:pPr indent="0" algn="l">
              <a:lnSpc>
                <a:spcPct val="100000"/>
              </a:lnSpc>
            </a:pPr>
            <a:r>
              <a:rPr lang="en-US" sz="1200" b="0" i="0" u="none" strike="noStrike">
                <a:solidFill>
                  <a:srgbClr val="898989"/>
                </a:solidFill>
                <a:latin typeface="微软雅黑"/>
              </a:rPr>
              <a:t>2024/4/16</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单张大图">
    <p:spTree>
      <p:nvGrpSpPr>
        <p:cNvPr id="1" name=""/>
        <p:cNvGrpSpPr/>
        <p:nvPr/>
      </p:nvGrpSpPr>
      <p:grpSpPr>
        <a:xfrm>
          <a:off x="0" y="0"/>
          <a:ext cx="0" cy="0"/>
          <a:chOff x="0" y="0"/>
          <a:chExt cx="0" cy="0"/>
        </a:xfrm>
      </p:grpSpPr>
      <p:sp>
        <p:nvSpPr>
          <p:cNvPr id="2" name="AutoShape 2"/>
          <p:cNvSpPr>
            <a:spLocks noGrp="1"/>
          </p:cNvSpPr>
          <p:nvPr>
            <p:ph type="body" sz="quarter" idx="24" hasCustomPrompt="1"/>
          </p:nvPr>
        </p:nvSpPr>
        <p:spPr>
          <a:xfrm>
            <a:off x="4116000" y="6349833"/>
            <a:ext cx="3960000" cy="316800"/>
          </a:xfrm>
          <a:prstGeom prst="rect">
            <a:avLst/>
          </a:prstGeom>
          <a:noFill/>
          <a:ln w="12700">
            <a:noFill/>
            <a:prstDash val="solid"/>
          </a:ln>
        </p:spPr>
        <p:txBody>
          <a:bodyPr lIns="95250" tIns="47625" rIns="95250" bIns="47625" anchor="ctr">
            <a:noAutofit/>
          </a:bodyPr>
          <a:lstStyle>
            <a:lvl1pPr algn="ctr">
              <a:lnSpc>
                <a:spcPct val="100000"/>
              </a:lnSpc>
              <a:defRPr sz="1200" b="0" i="0" u="none" strike="noStrike">
                <a:solidFill>
                  <a:srgbClr val="1F2329">
                    <a:alpha val="100000"/>
                  </a:srgbClr>
                </a:solidFill>
              </a:defRPr>
            </a:lvl1pPr>
          </a:lstStyle>
          <a:p>
            <a:pPr indent="0" algn="ctr">
              <a:lnSpc>
                <a:spcPct val="100000"/>
              </a:lnSpc>
            </a:pPr>
            <a:r>
              <a:rPr lang="en-US" sz="1200" b="0" i="0" u="none" strike="noStrike">
                <a:solidFill>
                  <a:srgbClr val="898989"/>
                </a:solidFill>
                <a:latin typeface="微软雅黑"/>
              </a:rPr>
              <a:t>页脚</a:t>
            </a:r>
          </a:p>
        </p:txBody>
      </p:sp>
      <p:sp>
        <p:nvSpPr>
          <p:cNvPr id="3" name="AutoShape 3"/>
          <p:cNvSpPr>
            <a:spLocks noGrp="1"/>
          </p:cNvSpPr>
          <p:nvPr>
            <p:ph type="body" sz="quarter" idx="25" hasCustomPrompt="1"/>
          </p:nvPr>
        </p:nvSpPr>
        <p:spPr>
          <a:xfrm>
            <a:off x="8610600" y="6349833"/>
            <a:ext cx="2700000" cy="316800"/>
          </a:xfrm>
          <a:prstGeom prst="rect">
            <a:avLst/>
          </a:prstGeom>
          <a:noFill/>
          <a:ln w="12700">
            <a:noFill/>
            <a:prstDash val="solid"/>
          </a:ln>
        </p:spPr>
        <p:txBody>
          <a:bodyPr lIns="95250" tIns="47625" rIns="95250" bIns="47625" anchor="ctr">
            <a:noAutofit/>
          </a:bodyPr>
          <a:lstStyle>
            <a:lvl1pPr algn="r">
              <a:lnSpc>
                <a:spcPct val="100000"/>
              </a:lnSpc>
              <a:defRPr sz="1200" b="0" i="0" u="none" strike="noStrike">
                <a:solidFill>
                  <a:srgbClr val="898989">
                    <a:alpha val="100000"/>
                  </a:srgbClr>
                </a:solidFill>
                <a:latin typeface="微软雅黑"/>
              </a:defRPr>
            </a:lvl1pPr>
          </a:lstStyle>
          <a:p>
            <a:pPr indent="0" algn="r">
              <a:lnSpc>
                <a:spcPct val="100000"/>
              </a:lnSpc>
            </a:pPr>
            <a:r>
              <a:rPr lang="en-US" sz="1200" b="0" i="0" u="none" strike="noStrike">
                <a:solidFill>
                  <a:srgbClr val="898989"/>
                </a:solidFill>
                <a:latin typeface="微软雅黑"/>
              </a:rPr>
              <a:t>‹#›</a:t>
            </a:r>
          </a:p>
        </p:txBody>
      </p:sp>
      <p:sp>
        <p:nvSpPr>
          <p:cNvPr id="4" name="AutoShape 4"/>
          <p:cNvSpPr>
            <a:spLocks noGrp="1"/>
          </p:cNvSpPr>
          <p:nvPr>
            <p:ph type="body" sz="quarter" idx="26" hasCustomPrompt="1"/>
          </p:nvPr>
        </p:nvSpPr>
        <p:spPr>
          <a:xfrm>
            <a:off x="0" y="0"/>
            <a:ext cx="12196445" cy="6868160"/>
          </a:xfrm>
          <a:prstGeom prst="rect">
            <a:avLst/>
          </a:prstGeom>
          <a:noFill/>
          <a:ln w="12700">
            <a:noFill/>
            <a:prstDash val="solid"/>
          </a:ln>
        </p:spPr>
        <p:txBody>
          <a:bodyPr lIns="104775" tIns="0" rIns="85725" bIns="0" anchor="t">
            <a:noAutofit/>
          </a:bodyPr>
          <a:lstStyle>
            <a:lvl1pPr algn="l">
              <a:lnSpc>
                <a:spcPct val="130000"/>
              </a:lnSpc>
              <a:defRPr sz="2400" b="0" i="0" u="none" strike="noStrike" spc="200">
                <a:solidFill>
                  <a:srgbClr val="404040">
                    <a:alpha val="100000"/>
                  </a:srgbClr>
                </a:solidFill>
                <a:latin typeface="微软雅黑"/>
              </a:defRPr>
            </a:lvl1pPr>
          </a:lstStyle>
          <a:p>
            <a:pPr marL="0" lvl="0" indent="304800" algn="l">
              <a:lnSpc>
                <a:spcPct val="130000"/>
              </a:lnSpc>
              <a:buClr>
                <a:srgbClr val="404040"/>
              </a:buClr>
              <a:buChar char="•"/>
            </a:pPr>
            <a:r>
              <a:rPr lang="en-US" sz="2400" b="0" i="0" u="none" strike="noStrike" spc="150">
                <a:solidFill>
                  <a:srgbClr val="404040"/>
                </a:solidFill>
                <a:latin typeface="微软雅黑"/>
              </a:rPr>
              <a:t>单击此处编辑正文</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两联图片">
    <p:spTree>
      <p:nvGrpSpPr>
        <p:cNvPr id="1" name=""/>
        <p:cNvGrpSpPr/>
        <p:nvPr/>
      </p:nvGrpSpPr>
      <p:grpSpPr>
        <a:xfrm>
          <a:off x="0" y="0"/>
          <a:ext cx="0" cy="0"/>
          <a:chOff x="0" y="0"/>
          <a:chExt cx="0" cy="0"/>
        </a:xfrm>
      </p:grpSpPr>
      <p:sp>
        <p:nvSpPr>
          <p:cNvPr id="2" name="AutoShape 2"/>
          <p:cNvSpPr>
            <a:spLocks noGrp="1"/>
          </p:cNvSpPr>
          <p:nvPr>
            <p:ph type="body" sz="quarter" idx="27" hasCustomPrompt="1"/>
          </p:nvPr>
        </p:nvSpPr>
        <p:spPr>
          <a:xfrm>
            <a:off x="4116000" y="6349833"/>
            <a:ext cx="3960000" cy="316800"/>
          </a:xfrm>
          <a:prstGeom prst="rect">
            <a:avLst/>
          </a:prstGeom>
          <a:noFill/>
          <a:ln w="12700">
            <a:noFill/>
            <a:prstDash val="solid"/>
          </a:ln>
        </p:spPr>
        <p:txBody>
          <a:bodyPr lIns="95250" tIns="47625" rIns="95250" bIns="47625" anchor="ctr">
            <a:noAutofit/>
          </a:bodyPr>
          <a:lstStyle>
            <a:lvl1pPr algn="ctr">
              <a:lnSpc>
                <a:spcPct val="100000"/>
              </a:lnSpc>
              <a:defRPr sz="1200" b="0" i="0" u="none" strike="noStrike">
                <a:solidFill>
                  <a:srgbClr val="1F2329">
                    <a:alpha val="100000"/>
                  </a:srgbClr>
                </a:solidFill>
              </a:defRPr>
            </a:lvl1pPr>
          </a:lstStyle>
          <a:p>
            <a:pPr indent="0" algn="ctr">
              <a:lnSpc>
                <a:spcPct val="100000"/>
              </a:lnSpc>
            </a:pPr>
            <a:r>
              <a:rPr lang="en-US" sz="1200" b="0" i="0" u="none" strike="noStrike">
                <a:solidFill>
                  <a:srgbClr val="898989"/>
                </a:solidFill>
                <a:latin typeface="微软雅黑"/>
              </a:rPr>
              <a:t>页脚</a:t>
            </a:r>
          </a:p>
        </p:txBody>
      </p:sp>
      <p:sp>
        <p:nvSpPr>
          <p:cNvPr id="3" name="AutoShape 3"/>
          <p:cNvSpPr>
            <a:spLocks noGrp="1"/>
          </p:cNvSpPr>
          <p:nvPr>
            <p:ph type="body" sz="quarter" idx="28" hasCustomPrompt="1"/>
          </p:nvPr>
        </p:nvSpPr>
        <p:spPr>
          <a:xfrm>
            <a:off x="8610600" y="6349833"/>
            <a:ext cx="2700000" cy="316800"/>
          </a:xfrm>
          <a:prstGeom prst="rect">
            <a:avLst/>
          </a:prstGeom>
          <a:noFill/>
          <a:ln w="12700">
            <a:noFill/>
            <a:prstDash val="solid"/>
          </a:ln>
        </p:spPr>
        <p:txBody>
          <a:bodyPr lIns="95250" tIns="47625" rIns="95250" bIns="47625" anchor="ctr">
            <a:noAutofit/>
          </a:bodyPr>
          <a:lstStyle>
            <a:lvl1pPr algn="r">
              <a:lnSpc>
                <a:spcPct val="100000"/>
              </a:lnSpc>
              <a:defRPr sz="1200" b="0" i="0" u="none" strike="noStrike">
                <a:solidFill>
                  <a:srgbClr val="898989">
                    <a:alpha val="100000"/>
                  </a:srgbClr>
                </a:solidFill>
                <a:latin typeface="微软雅黑"/>
              </a:defRPr>
            </a:lvl1pPr>
          </a:lstStyle>
          <a:p>
            <a:pPr indent="0" algn="r">
              <a:lnSpc>
                <a:spcPct val="100000"/>
              </a:lnSpc>
            </a:pPr>
            <a:r>
              <a:rPr lang="en-US" sz="1200" b="0" i="0" u="none" strike="noStrike">
                <a:solidFill>
                  <a:srgbClr val="898989"/>
                </a:solidFill>
                <a:latin typeface="微软雅黑"/>
              </a:rPr>
              <a:t>‹#›</a:t>
            </a:r>
          </a:p>
        </p:txBody>
      </p:sp>
      <p:sp>
        <p:nvSpPr>
          <p:cNvPr id="4" name="AutoShape 4"/>
          <p:cNvSpPr>
            <a:spLocks noGrp="1"/>
          </p:cNvSpPr>
          <p:nvPr>
            <p:ph type="body" sz="quarter" idx="29" hasCustomPrompt="1"/>
          </p:nvPr>
        </p:nvSpPr>
        <p:spPr>
          <a:xfrm>
            <a:off x="467995" y="565150"/>
            <a:ext cx="5400040" cy="5727700"/>
          </a:xfrm>
          <a:prstGeom prst="rect">
            <a:avLst/>
          </a:prstGeom>
          <a:noFill/>
          <a:ln w="12700">
            <a:noFill/>
            <a:prstDash val="solid"/>
          </a:ln>
        </p:spPr>
        <p:txBody>
          <a:bodyPr lIns="104775" tIns="0" rIns="85725" bIns="0" anchor="t">
            <a:noAutofit/>
          </a:bodyPr>
          <a:lstStyle>
            <a:lvl1pPr algn="l">
              <a:lnSpc>
                <a:spcPct val="130000"/>
              </a:lnSpc>
              <a:defRPr sz="2400" b="0" i="0" u="none" strike="noStrike" spc="200">
                <a:solidFill>
                  <a:srgbClr val="404040">
                    <a:alpha val="100000"/>
                  </a:srgbClr>
                </a:solidFill>
                <a:latin typeface="微软雅黑"/>
              </a:defRPr>
            </a:lvl1pPr>
          </a:lstStyle>
          <a:p>
            <a:pPr marL="0" lvl="0" indent="304800" algn="l">
              <a:lnSpc>
                <a:spcPct val="130000"/>
              </a:lnSpc>
              <a:buClr>
                <a:srgbClr val="404040"/>
              </a:buClr>
              <a:buChar char="•"/>
            </a:pPr>
            <a:r>
              <a:rPr lang="en-US" sz="2400" b="0" i="0" u="none" strike="noStrike" spc="150">
                <a:solidFill>
                  <a:srgbClr val="404040"/>
                </a:solidFill>
                <a:latin typeface="微软雅黑"/>
              </a:rPr>
              <a:t>单击此处编辑正文</a:t>
            </a:r>
          </a:p>
        </p:txBody>
      </p:sp>
      <p:sp>
        <p:nvSpPr>
          <p:cNvPr id="5" name="AutoShape 5"/>
          <p:cNvSpPr>
            <a:spLocks noGrp="1"/>
          </p:cNvSpPr>
          <p:nvPr>
            <p:ph type="body" sz="quarter" idx="30" hasCustomPrompt="1"/>
          </p:nvPr>
        </p:nvSpPr>
        <p:spPr>
          <a:xfrm>
            <a:off x="6287770" y="565150"/>
            <a:ext cx="5400040" cy="5727700"/>
          </a:xfrm>
          <a:prstGeom prst="rect">
            <a:avLst/>
          </a:prstGeom>
          <a:noFill/>
          <a:ln w="12700">
            <a:noFill/>
            <a:prstDash val="solid"/>
          </a:ln>
        </p:spPr>
        <p:txBody>
          <a:bodyPr lIns="104775" tIns="0" rIns="85725" bIns="0" anchor="t">
            <a:noAutofit/>
          </a:bodyPr>
          <a:lstStyle>
            <a:lvl1pPr algn="l">
              <a:lnSpc>
                <a:spcPct val="130000"/>
              </a:lnSpc>
              <a:defRPr sz="2400" b="0" i="0" u="none" strike="noStrike" spc="200">
                <a:solidFill>
                  <a:srgbClr val="404040">
                    <a:alpha val="100000"/>
                  </a:srgbClr>
                </a:solidFill>
                <a:latin typeface="微软雅黑"/>
              </a:defRPr>
            </a:lvl1pPr>
          </a:lstStyle>
          <a:p>
            <a:pPr marL="0" lvl="0" indent="304800" algn="l">
              <a:lnSpc>
                <a:spcPct val="130000"/>
              </a:lnSpc>
              <a:buClr>
                <a:srgbClr val="404040"/>
              </a:buClr>
              <a:buChar char="•"/>
            </a:pPr>
            <a:r>
              <a:rPr lang="en-US" sz="2400" b="0" i="0" u="none" strike="noStrike" spc="150">
                <a:solidFill>
                  <a:srgbClr val="404040"/>
                </a:solidFill>
                <a:latin typeface="微软雅黑"/>
              </a:rPr>
              <a:t>单击此处编辑正文</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仅标题">
    <p:spTree>
      <p:nvGrpSpPr>
        <p:cNvPr id="1" name=""/>
        <p:cNvGrpSpPr/>
        <p:nvPr/>
      </p:nvGrpSpPr>
      <p:grpSpPr>
        <a:xfrm>
          <a:off x="0" y="0"/>
          <a:ext cx="0" cy="0"/>
          <a:chOff x="0" y="0"/>
          <a:chExt cx="0" cy="0"/>
        </a:xfrm>
      </p:grpSpPr>
      <p:sp>
        <p:nvSpPr>
          <p:cNvPr id="2" name="AutoShape 2"/>
          <p:cNvSpPr>
            <a:spLocks noGrp="1"/>
          </p:cNvSpPr>
          <p:nvPr>
            <p:ph type="body" sz="quarter" idx="31" hasCustomPrompt="1"/>
          </p:nvPr>
        </p:nvSpPr>
        <p:spPr>
          <a:xfrm>
            <a:off x="4116000" y="6349833"/>
            <a:ext cx="3960000" cy="316800"/>
          </a:xfrm>
          <a:prstGeom prst="rect">
            <a:avLst/>
          </a:prstGeom>
          <a:noFill/>
          <a:ln w="12700">
            <a:noFill/>
            <a:prstDash val="solid"/>
          </a:ln>
        </p:spPr>
        <p:txBody>
          <a:bodyPr lIns="95250" tIns="47625" rIns="95250" bIns="47625" anchor="ctr">
            <a:noAutofit/>
          </a:bodyPr>
          <a:lstStyle>
            <a:lvl1pPr algn="ctr">
              <a:lnSpc>
                <a:spcPct val="100000"/>
              </a:lnSpc>
              <a:defRPr sz="1200" b="0" i="0" u="none" strike="noStrike">
                <a:solidFill>
                  <a:srgbClr val="1F2329">
                    <a:alpha val="100000"/>
                  </a:srgbClr>
                </a:solidFill>
              </a:defRPr>
            </a:lvl1pPr>
          </a:lstStyle>
          <a:p>
            <a:pPr indent="0" algn="ctr">
              <a:lnSpc>
                <a:spcPct val="100000"/>
              </a:lnSpc>
            </a:pPr>
            <a:r>
              <a:rPr lang="en-US" sz="1200" b="0" i="0" u="none" strike="noStrike">
                <a:solidFill>
                  <a:srgbClr val="898989"/>
                </a:solidFill>
                <a:latin typeface="微软雅黑"/>
              </a:rPr>
              <a:t>页脚</a:t>
            </a:r>
          </a:p>
        </p:txBody>
      </p:sp>
      <p:sp>
        <p:nvSpPr>
          <p:cNvPr id="3" name="AutoShape 3"/>
          <p:cNvSpPr>
            <a:spLocks noGrp="1"/>
          </p:cNvSpPr>
          <p:nvPr>
            <p:ph type="body" sz="quarter" idx="32" hasCustomPrompt="1"/>
          </p:nvPr>
        </p:nvSpPr>
        <p:spPr>
          <a:xfrm>
            <a:off x="8610600" y="6349833"/>
            <a:ext cx="2700000" cy="316800"/>
          </a:xfrm>
          <a:prstGeom prst="rect">
            <a:avLst/>
          </a:prstGeom>
          <a:noFill/>
          <a:ln w="12700">
            <a:noFill/>
            <a:prstDash val="solid"/>
          </a:ln>
        </p:spPr>
        <p:txBody>
          <a:bodyPr lIns="95250" tIns="47625" rIns="95250" bIns="47625" anchor="ctr">
            <a:noAutofit/>
          </a:bodyPr>
          <a:lstStyle>
            <a:lvl1pPr algn="r">
              <a:lnSpc>
                <a:spcPct val="100000"/>
              </a:lnSpc>
              <a:defRPr sz="1200" b="0" i="0" u="none" strike="noStrike">
                <a:solidFill>
                  <a:srgbClr val="898989">
                    <a:alpha val="100000"/>
                  </a:srgbClr>
                </a:solidFill>
                <a:latin typeface="微软雅黑"/>
              </a:defRPr>
            </a:lvl1pPr>
          </a:lstStyle>
          <a:p>
            <a:pPr indent="0" algn="r">
              <a:lnSpc>
                <a:spcPct val="100000"/>
              </a:lnSpc>
            </a:pPr>
            <a:r>
              <a:rPr lang="en-US" sz="1200" b="0" i="0" u="none" strike="noStrike">
                <a:solidFill>
                  <a:srgbClr val="898989"/>
                </a:solidFill>
                <a:latin typeface="微软雅黑"/>
              </a:rPr>
              <a:t>‹#›</a:t>
            </a:r>
          </a:p>
        </p:txBody>
      </p:sp>
      <p:sp>
        <p:nvSpPr>
          <p:cNvPr id="4" name="AutoShape 4"/>
          <p:cNvSpPr>
            <a:spLocks noGrp="1"/>
          </p:cNvSpPr>
          <p:nvPr>
            <p:ph type="body" sz="quarter" idx="33" hasCustomPrompt="1"/>
          </p:nvPr>
        </p:nvSpPr>
        <p:spPr>
          <a:xfrm>
            <a:off x="669882" y="623591"/>
            <a:ext cx="10852237" cy="899167"/>
          </a:xfrm>
          <a:prstGeom prst="rect">
            <a:avLst/>
          </a:prstGeom>
          <a:noFill/>
          <a:ln w="12700">
            <a:noFill/>
            <a:prstDash val="solid"/>
          </a:ln>
        </p:spPr>
        <p:txBody>
          <a:bodyPr lIns="104775" tIns="38100" rIns="28575" bIns="38100" anchor="ctr">
            <a:noAutofit/>
          </a:bodyPr>
          <a:lstStyle>
            <a:lvl1pPr algn="ctr">
              <a:lnSpc>
                <a:spcPct val="100000"/>
              </a:lnSpc>
              <a:defRPr sz="3100" b="0" i="0" u="none" strike="noStrike" spc="800">
                <a:solidFill>
                  <a:srgbClr val="000000">
                    <a:alpha val="100000"/>
                  </a:srgbClr>
                </a:solidFill>
                <a:latin typeface="微软雅黑"/>
              </a:defRPr>
            </a:lvl1pPr>
          </a:lstStyle>
          <a:p>
            <a:pPr indent="0" algn="ctr">
              <a:lnSpc>
                <a:spcPct val="100000"/>
              </a:lnSpc>
            </a:pPr>
            <a:r>
              <a:rPr lang="en-US" sz="3150" b="0" i="0" u="none" strike="noStrike" spc="600">
                <a:solidFill>
                  <a:srgbClr val="000000"/>
                </a:solidFill>
                <a:latin typeface="微软雅黑"/>
              </a:rPr>
              <a:t>单击此处编辑标题</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空白">
    <p:spTree>
      <p:nvGrpSpPr>
        <p:cNvPr id="1" name=""/>
        <p:cNvGrpSpPr/>
        <p:nvPr/>
      </p:nvGrpSpPr>
      <p:grpSpPr>
        <a:xfrm>
          <a:off x="0" y="0"/>
          <a:ext cx="0" cy="0"/>
          <a:chOff x="0" y="0"/>
          <a:chExt cx="0" cy="0"/>
        </a:xfrm>
      </p:grpSpPr>
      <p:sp>
        <p:nvSpPr>
          <p:cNvPr id="2" name="AutoShape 2"/>
          <p:cNvSpPr>
            <a:spLocks noGrp="1"/>
          </p:cNvSpPr>
          <p:nvPr>
            <p:ph type="body" sz="quarter" idx="34" hasCustomPrompt="1"/>
          </p:nvPr>
        </p:nvSpPr>
        <p:spPr>
          <a:xfrm>
            <a:off x="4116000" y="6349833"/>
            <a:ext cx="3960000" cy="316800"/>
          </a:xfrm>
          <a:prstGeom prst="rect">
            <a:avLst/>
          </a:prstGeom>
          <a:noFill/>
          <a:ln w="12700">
            <a:noFill/>
            <a:prstDash val="solid"/>
          </a:ln>
        </p:spPr>
        <p:txBody>
          <a:bodyPr lIns="95250" tIns="47625" rIns="95250" bIns="47625" anchor="ctr">
            <a:noAutofit/>
          </a:bodyPr>
          <a:lstStyle>
            <a:lvl1pPr algn="ctr">
              <a:lnSpc>
                <a:spcPct val="100000"/>
              </a:lnSpc>
              <a:defRPr sz="1200" b="0" i="0" u="none" strike="noStrike">
                <a:solidFill>
                  <a:srgbClr val="1F2329">
                    <a:alpha val="100000"/>
                  </a:srgbClr>
                </a:solidFill>
              </a:defRPr>
            </a:lvl1pPr>
          </a:lstStyle>
          <a:p>
            <a:pPr indent="0" algn="ctr">
              <a:lnSpc>
                <a:spcPct val="100000"/>
              </a:lnSpc>
            </a:pPr>
            <a:r>
              <a:rPr lang="en-US" sz="1200" b="0" i="0" u="none" strike="noStrike">
                <a:solidFill>
                  <a:srgbClr val="898989"/>
                </a:solidFill>
                <a:latin typeface="微软雅黑"/>
              </a:rPr>
              <a:t>页脚</a:t>
            </a:r>
          </a:p>
        </p:txBody>
      </p:sp>
      <p:sp>
        <p:nvSpPr>
          <p:cNvPr id="3" name="AutoShape 3"/>
          <p:cNvSpPr>
            <a:spLocks noGrp="1"/>
          </p:cNvSpPr>
          <p:nvPr>
            <p:ph type="body" sz="quarter" idx="35" hasCustomPrompt="1"/>
          </p:nvPr>
        </p:nvSpPr>
        <p:spPr>
          <a:xfrm>
            <a:off x="8610600" y="6349833"/>
            <a:ext cx="2700000" cy="316800"/>
          </a:xfrm>
          <a:prstGeom prst="rect">
            <a:avLst/>
          </a:prstGeom>
          <a:noFill/>
          <a:ln w="12700">
            <a:noFill/>
            <a:prstDash val="solid"/>
          </a:ln>
        </p:spPr>
        <p:txBody>
          <a:bodyPr lIns="95250" tIns="47625" rIns="95250" bIns="47625" anchor="ctr">
            <a:noAutofit/>
          </a:bodyPr>
          <a:lstStyle>
            <a:lvl1pPr algn="r">
              <a:lnSpc>
                <a:spcPct val="100000"/>
              </a:lnSpc>
              <a:defRPr sz="1200" b="0" i="0" u="none" strike="noStrike">
                <a:solidFill>
                  <a:srgbClr val="898989">
                    <a:alpha val="100000"/>
                  </a:srgbClr>
                </a:solidFill>
                <a:latin typeface="微软雅黑"/>
              </a:defRPr>
            </a:lvl1pPr>
          </a:lstStyle>
          <a:p>
            <a:pPr indent="0" algn="r">
              <a:lnSpc>
                <a:spcPct val="100000"/>
              </a:lnSpc>
            </a:pPr>
            <a:r>
              <a:rPr lang="en-US" sz="1200" b="0" i="0" u="none" strike="noStrike">
                <a:solidFill>
                  <a:srgbClr val="898989"/>
                </a:solidFill>
                <a:latin typeface="微软雅黑"/>
              </a:rPr>
              <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1_标题">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0" y="0"/>
            <a:ext cx="12192000" cy="6858000"/>
          </a:xfrm>
          <a:prstGeom prst="rect">
            <a:avLst/>
          </a:prstGeom>
          <a:ln w="12700">
            <a:noFill/>
            <a:prstDash val="solid"/>
          </a:ln>
        </p:spPr>
      </p:pic>
      <p:pic>
        <p:nvPicPr>
          <p:cNvPr id="3" name="Picture 3"/>
          <p:cNvPicPr>
            <a:picLocks noChangeAspect="1"/>
          </p:cNvPicPr>
          <p:nvPr/>
        </p:nvPicPr>
        <p:blipFill>
          <a:blip r:embed="rId3"/>
          <a:srcRect/>
          <a:stretch>
            <a:fillRect/>
          </a:stretch>
        </p:blipFill>
        <p:spPr>
          <a:xfrm>
            <a:off x="9581649" y="629473"/>
            <a:ext cx="2121977" cy="483249"/>
          </a:xfrm>
          <a:prstGeom prst="rect">
            <a:avLst/>
          </a:prstGeom>
          <a:ln w="12700">
            <a:noFill/>
            <a:prstDash val="solid"/>
          </a:ln>
        </p:spPr>
      </p:pic>
      <p:pic>
        <p:nvPicPr>
          <p:cNvPr id="4" name="Picture 4"/>
          <p:cNvPicPr>
            <a:picLocks noChangeAspect="1"/>
          </p:cNvPicPr>
          <p:nvPr/>
        </p:nvPicPr>
        <p:blipFill>
          <a:blip r:embed="rId4"/>
          <a:srcRect/>
          <a:stretch>
            <a:fillRect/>
          </a:stretch>
        </p:blipFill>
        <p:spPr>
          <a:xfrm>
            <a:off x="488374" y="451158"/>
            <a:ext cx="1457439" cy="419940"/>
          </a:xfrm>
          <a:prstGeom prst="rect">
            <a:avLst/>
          </a:prstGeom>
          <a:ln w="12700">
            <a:noFill/>
            <a:prstDash val="solid"/>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1_目录页">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0" y="0"/>
            <a:ext cx="12192000" cy="6858000"/>
          </a:xfrm>
          <a:prstGeom prst="rect">
            <a:avLst/>
          </a:prstGeom>
          <a:ln w="12700">
            <a:noFill/>
            <a:prstDash val="solid"/>
          </a:ln>
        </p:spPr>
      </p:pic>
      <p:sp>
        <p:nvSpPr>
          <p:cNvPr id="3" name="AutoShape 3"/>
          <p:cNvSpPr>
            <a:spLocks noGrp="1"/>
          </p:cNvSpPr>
          <p:nvPr>
            <p:ph type="body" sz="quarter" idx="41" hasCustomPrompt="1"/>
          </p:nvPr>
        </p:nvSpPr>
        <p:spPr>
          <a:xfrm>
            <a:off x="5820937" y="1427162"/>
            <a:ext cx="5118409" cy="4326867"/>
          </a:xfrm>
          <a:prstGeom prst="rect">
            <a:avLst/>
          </a:prstGeom>
          <a:noFill/>
          <a:ln w="12700">
            <a:noFill/>
            <a:prstDash val="solid"/>
          </a:ln>
        </p:spPr>
        <p:txBody>
          <a:bodyPr lIns="95250" tIns="47625" rIns="95250" bIns="47625" anchor="t">
            <a:noAutofit/>
          </a:bodyPr>
          <a:lstStyle>
            <a:lvl1pPr algn="l">
              <a:lnSpc>
                <a:spcPct val="150000"/>
              </a:lnSpc>
              <a:defRPr sz="3100" b="1" i="0" u="none" strike="noStrike">
                <a:solidFill>
                  <a:srgbClr val="4B4B4B">
                    <a:alpha val="100000"/>
                  </a:srgbClr>
                </a:solidFill>
                <a:latin typeface="Lantinghei SC Demibold" panose="02000000000000000000" charset="-122"/>
              </a:defRPr>
            </a:lvl1pPr>
          </a:lstStyle>
          <a:p>
            <a:pPr marL="0" lvl="0" indent="400050" algn="l">
              <a:lnSpc>
                <a:spcPct val="150000"/>
              </a:lnSpc>
              <a:buClr>
                <a:srgbClr val="4B4B4B"/>
              </a:buClr>
              <a:buFont typeface="+mj-lt"/>
              <a:buAutoNum type="arabicPeriod"/>
            </a:pPr>
            <a:r>
              <a:rPr lang="en-US" sz="3150" b="1" i="0" u="none" strike="noStrike">
                <a:solidFill>
                  <a:srgbClr val="4B4B4B"/>
                </a:solidFill>
                <a:latin typeface="Lantinghei SC Demibold" panose="02000000000000000000" charset="-122"/>
              </a:rPr>
              <a:t>单击此处编辑</a:t>
            </a:r>
          </a:p>
          <a:p>
            <a:pPr marL="0" lvl="0" indent="400050" algn="l">
              <a:lnSpc>
                <a:spcPct val="150000"/>
              </a:lnSpc>
              <a:buClr>
                <a:srgbClr val="4B4B4B"/>
              </a:buClr>
              <a:buFont typeface="+mj-lt"/>
              <a:buAutoNum type="arabicPeriod"/>
            </a:pPr>
            <a:r>
              <a:rPr lang="en-US" sz="3150" b="1" i="0" u="none" strike="noStrike">
                <a:solidFill>
                  <a:srgbClr val="4B4B4B"/>
                </a:solidFill>
                <a:latin typeface="Lantinghei SC Demibold" panose="02000000000000000000" charset="-122"/>
              </a:rPr>
              <a:t>单击此处编辑</a:t>
            </a:r>
          </a:p>
          <a:p>
            <a:pPr marL="0" lvl="0" indent="400050" algn="l">
              <a:lnSpc>
                <a:spcPct val="150000"/>
              </a:lnSpc>
              <a:buClr>
                <a:srgbClr val="4B4B4B"/>
              </a:buClr>
              <a:buFont typeface="+mj-lt"/>
              <a:buAutoNum type="arabicPeriod"/>
            </a:pPr>
            <a:r>
              <a:rPr lang="en-US" sz="3150" b="1" i="0" u="none" strike="noStrike">
                <a:solidFill>
                  <a:srgbClr val="4B4B4B"/>
                </a:solidFill>
                <a:latin typeface="Lantinghei SC Demibold" panose="02000000000000000000" charset="-122"/>
              </a:rPr>
              <a:t>单击此处编辑</a:t>
            </a:r>
          </a:p>
          <a:p>
            <a:pPr marL="0" lvl="0" indent="400050" algn="l">
              <a:lnSpc>
                <a:spcPct val="150000"/>
              </a:lnSpc>
              <a:buClr>
                <a:srgbClr val="4B4B4B"/>
              </a:buClr>
              <a:buFont typeface="+mj-lt"/>
              <a:buAutoNum type="arabicPeriod"/>
            </a:pPr>
            <a:r>
              <a:rPr lang="en-US" sz="3150" b="1" i="0" u="none" strike="noStrike">
                <a:solidFill>
                  <a:srgbClr val="4B4B4B"/>
                </a:solidFill>
                <a:latin typeface="Lantinghei SC Demibold" panose="02000000000000000000" charset="-122"/>
              </a:rPr>
              <a:t>单击此处编辑</a:t>
            </a:r>
          </a:p>
          <a:p>
            <a:pPr marL="0" lvl="0" indent="400050" algn="l">
              <a:lnSpc>
                <a:spcPct val="150000"/>
              </a:lnSpc>
              <a:buClr>
                <a:srgbClr val="4B4B4B"/>
              </a:buClr>
              <a:buFont typeface="+mj-lt"/>
              <a:buAutoNum type="arabicPeriod"/>
            </a:pPr>
            <a:r>
              <a:rPr lang="en-US" sz="3150" b="1" i="0" u="none" strike="noStrike">
                <a:solidFill>
                  <a:srgbClr val="4B4B4B"/>
                </a:solidFill>
                <a:latin typeface="Lantinghei SC Demibold" panose="02000000000000000000" charset="-122"/>
              </a:rPr>
              <a:t>单击此处编辑</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1_二级目录页">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0" y="0"/>
            <a:ext cx="12192000" cy="6858000"/>
          </a:xfrm>
          <a:prstGeom prst="rect">
            <a:avLst/>
          </a:prstGeom>
          <a:ln w="12700">
            <a:noFill/>
            <a:prstDash val="solid"/>
          </a:ln>
        </p:spPr>
      </p:pic>
      <p:sp>
        <p:nvSpPr>
          <p:cNvPr id="3" name="AutoShape 3"/>
          <p:cNvSpPr/>
          <p:nvPr/>
        </p:nvSpPr>
        <p:spPr>
          <a:xfrm flipV="1">
            <a:off x="2311490" y="2861050"/>
            <a:ext cx="1604526" cy="45719"/>
          </a:xfrm>
          <a:prstGeom prst="rect">
            <a:avLst/>
          </a:prstGeom>
          <a:solidFill>
            <a:srgbClr val="006DFF">
              <a:alpha val="100000"/>
            </a:srgbClr>
          </a:solidFill>
          <a:ln w="12700">
            <a:noFill/>
            <a:prstDash val="solid"/>
          </a:ln>
        </p:spPr>
        <p:txBody>
          <a:bodyPr lIns="95250" tIns="47625" rIns="95250" bIns="47625" rtlCol="0" anchor="ctr">
            <a:noAutofit/>
          </a:bodyPr>
          <a:lstStyle/>
          <a:p>
            <a:pPr algn="ctr">
              <a:defRPr/>
            </a:pPr>
            <a:endParaRPr/>
          </a:p>
        </p:txBody>
      </p:sp>
      <p:sp>
        <p:nvSpPr>
          <p:cNvPr id="4" name="AutoShape 4"/>
          <p:cNvSpPr>
            <a:spLocks noGrp="1"/>
          </p:cNvSpPr>
          <p:nvPr>
            <p:ph type="body" sz="quarter" idx="42" hasCustomPrompt="1"/>
          </p:nvPr>
        </p:nvSpPr>
        <p:spPr>
          <a:xfrm>
            <a:off x="2211902" y="2921340"/>
            <a:ext cx="8806165" cy="646332"/>
          </a:xfrm>
          <a:prstGeom prst="rect">
            <a:avLst/>
          </a:prstGeom>
          <a:noFill/>
          <a:ln w="12700">
            <a:noFill/>
            <a:prstDash val="solid"/>
          </a:ln>
        </p:spPr>
        <p:txBody>
          <a:bodyPr lIns="95250" tIns="95250" rIns="95250" bIns="95250" anchor="t">
            <a:noAutofit/>
          </a:bodyPr>
          <a:lstStyle>
            <a:lvl1pPr algn="l">
              <a:lnSpc>
                <a:spcPct val="100000"/>
              </a:lnSpc>
              <a:defRPr sz="3900" b="0" i="0" u="none" strike="noStrike">
                <a:solidFill>
                  <a:srgbClr val="4B4B4B">
                    <a:alpha val="100000"/>
                  </a:srgbClr>
                </a:solidFill>
                <a:latin typeface="Lantinghei SC Demibold" panose="02000000000000000000" charset="-122"/>
              </a:defRPr>
            </a:lvl1pPr>
          </a:lstStyle>
          <a:p>
            <a:pPr indent="0" algn="l">
              <a:lnSpc>
                <a:spcPct val="100000"/>
              </a:lnSpc>
            </a:pPr>
            <a:r>
              <a:rPr lang="en-US" sz="3975" b="0" i="0" u="none" strike="noStrike">
                <a:solidFill>
                  <a:srgbClr val="4B4B4B"/>
                </a:solidFill>
                <a:latin typeface="Lantinghei SC Demibold" panose="02000000000000000000" charset="-122"/>
              </a:rPr>
              <a:t>章节页标题方正兰亭黑中黑</a:t>
            </a:r>
            <a:r>
              <a:rPr lang="en-US" sz="3975" b="1" i="0" u="none" strike="noStrike">
                <a:solidFill>
                  <a:srgbClr val="4B4B4B"/>
                </a:solidFill>
                <a:latin typeface="Lantinghei SC Demibold" panose="02000000000000000000" charset="-122"/>
              </a:rPr>
              <a:t>40</a:t>
            </a:r>
            <a:r>
              <a:rPr lang="en-US" sz="3975" b="0" i="0" u="none" strike="noStrike">
                <a:solidFill>
                  <a:srgbClr val="4B4B4B"/>
                </a:solidFill>
                <a:latin typeface="Lantinghei SC Demibold" panose="02000000000000000000" charset="-122"/>
              </a:rPr>
              <a:t>磅</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三级目录页">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0" y="0"/>
            <a:ext cx="12192000" cy="6858000"/>
          </a:xfrm>
          <a:prstGeom prst="rect">
            <a:avLst/>
          </a:prstGeom>
          <a:ln w="12700">
            <a:noFill/>
            <a:prstDash val="solid"/>
          </a:ln>
        </p:spPr>
      </p:pic>
      <p:sp>
        <p:nvSpPr>
          <p:cNvPr id="3" name="AutoShape 3"/>
          <p:cNvSpPr/>
          <p:nvPr/>
        </p:nvSpPr>
        <p:spPr>
          <a:xfrm flipV="1">
            <a:off x="1928383" y="5419685"/>
            <a:ext cx="1604526" cy="45719"/>
          </a:xfrm>
          <a:prstGeom prst="rect">
            <a:avLst/>
          </a:prstGeom>
          <a:solidFill>
            <a:srgbClr val="006DFF">
              <a:alpha val="100000"/>
            </a:srgbClr>
          </a:solidFill>
          <a:ln w="12700">
            <a:noFill/>
            <a:prstDash val="solid"/>
          </a:ln>
        </p:spPr>
        <p:txBody>
          <a:bodyPr lIns="95250" tIns="47625" rIns="95250" bIns="47625" rtlCol="0" anchor="ctr">
            <a:noAutofit/>
          </a:bodyPr>
          <a:lstStyle/>
          <a:p>
            <a:pPr algn="ctr">
              <a:defRPr/>
            </a:pPr>
            <a:endParaRPr/>
          </a:p>
        </p:txBody>
      </p:sp>
      <p:sp>
        <p:nvSpPr>
          <p:cNvPr id="4" name="AutoShape 4"/>
          <p:cNvSpPr>
            <a:spLocks noGrp="1"/>
          </p:cNvSpPr>
          <p:nvPr>
            <p:ph type="body" sz="quarter" idx="43" hasCustomPrompt="1"/>
          </p:nvPr>
        </p:nvSpPr>
        <p:spPr>
          <a:xfrm>
            <a:off x="1828795" y="5536477"/>
            <a:ext cx="6899275" cy="710413"/>
          </a:xfrm>
          <a:prstGeom prst="rect">
            <a:avLst/>
          </a:prstGeom>
          <a:noFill/>
          <a:ln w="12700">
            <a:noFill/>
            <a:prstDash val="solid"/>
          </a:ln>
        </p:spPr>
        <p:txBody>
          <a:bodyPr lIns="95250" tIns="95250" rIns="95250" bIns="95250" anchor="t">
            <a:noAutofit/>
          </a:bodyPr>
          <a:lstStyle>
            <a:lvl1pPr algn="l">
              <a:lnSpc>
                <a:spcPct val="90000"/>
              </a:lnSpc>
              <a:defRPr sz="3900" b="0" i="0" u="none" strike="noStrike">
                <a:solidFill>
                  <a:srgbClr val="4B4B4B">
                    <a:alpha val="100000"/>
                  </a:srgbClr>
                </a:solidFill>
                <a:latin typeface="FZLanTingHeiS-R-GB" panose="02000000000000000000" charset="-122"/>
              </a:defRPr>
            </a:lvl1pPr>
          </a:lstStyle>
          <a:p>
            <a:pPr indent="0" algn="l">
              <a:lnSpc>
                <a:spcPct val="90000"/>
              </a:lnSpc>
            </a:pPr>
            <a:r>
              <a:rPr lang="en-US" sz="3975" b="0" i="0" u="none" strike="noStrike">
                <a:solidFill>
                  <a:srgbClr val="4B4B4B"/>
                </a:solidFill>
                <a:latin typeface="FZLanTingHeiS-R-GB" panose="02000000000000000000" charset="-122"/>
              </a:rPr>
              <a:t>方正兰亭黑简体40磅</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正文">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341240" y="6200703"/>
            <a:ext cx="1474876" cy="414001"/>
          </a:xfrm>
          <a:prstGeom prst="rect">
            <a:avLst/>
          </a:prstGeom>
          <a:ln w="12700">
            <a:noFill/>
            <a:prstDash val="solid"/>
          </a:ln>
        </p:spPr>
      </p:pic>
      <p:pic>
        <p:nvPicPr>
          <p:cNvPr id="3" name="Picture 3"/>
          <p:cNvPicPr>
            <a:picLocks noChangeAspect="1"/>
          </p:cNvPicPr>
          <p:nvPr/>
        </p:nvPicPr>
        <p:blipFill>
          <a:blip r:embed="rId3"/>
          <a:srcRect/>
          <a:stretch>
            <a:fillRect/>
          </a:stretch>
        </p:blipFill>
        <p:spPr>
          <a:xfrm>
            <a:off x="10168238" y="6434704"/>
            <a:ext cx="1634452" cy="180000"/>
          </a:xfrm>
          <a:prstGeom prst="rect">
            <a:avLst/>
          </a:prstGeom>
          <a:ln w="12700">
            <a:noFill/>
            <a:prstDash val="solid"/>
          </a:ln>
        </p:spPr>
      </p:pic>
      <p:sp>
        <p:nvSpPr>
          <p:cNvPr id="4" name="AutoShape 4"/>
          <p:cNvSpPr>
            <a:spLocks noGrp="1"/>
          </p:cNvSpPr>
          <p:nvPr>
            <p:ph type="body" sz="quarter" idx="44" hasCustomPrompt="1"/>
          </p:nvPr>
        </p:nvSpPr>
        <p:spPr>
          <a:xfrm>
            <a:off x="482600" y="385763"/>
            <a:ext cx="11320090" cy="498476"/>
          </a:xfrm>
          <a:prstGeom prst="rect">
            <a:avLst/>
          </a:prstGeom>
          <a:noFill/>
          <a:ln w="12700">
            <a:noFill/>
            <a:prstDash val="solid"/>
          </a:ln>
        </p:spPr>
        <p:txBody>
          <a:bodyPr lIns="95250" tIns="95250" rIns="95250" bIns="95250" anchor="t">
            <a:noAutofit/>
          </a:bodyPr>
          <a:lstStyle>
            <a:lvl1pPr algn="l">
              <a:lnSpc>
                <a:spcPct val="90000"/>
              </a:lnSpc>
              <a:defRPr sz="2700" b="1" i="0" u="none" strike="noStrike">
                <a:solidFill>
                  <a:srgbClr val="4B4B4B">
                    <a:alpha val="100000"/>
                  </a:srgbClr>
                </a:solidFill>
                <a:latin typeface="FZLanTingHeiS-R-GB" panose="02000000000000000000" charset="-122"/>
              </a:defRPr>
            </a:lvl1pPr>
          </a:lstStyle>
          <a:p>
            <a:pPr indent="0" algn="l">
              <a:lnSpc>
                <a:spcPct val="90000"/>
              </a:lnSpc>
            </a:pPr>
            <a:r>
              <a:rPr lang="en-US" sz="2775" b="1" i="0" u="none" strike="noStrike">
                <a:solidFill>
                  <a:srgbClr val="4B4B4B"/>
                </a:solidFill>
                <a:latin typeface="FZLanTingHeiS-R-GB" panose="02000000000000000000" charset="-122"/>
              </a:rPr>
              <a:t>标题：方正兰亭黑简体28磅</a:t>
            </a:r>
          </a:p>
        </p:txBody>
      </p:sp>
      <p:sp>
        <p:nvSpPr>
          <p:cNvPr id="5" name="AutoShape 5"/>
          <p:cNvSpPr/>
          <p:nvPr/>
        </p:nvSpPr>
        <p:spPr>
          <a:xfrm>
            <a:off x="341240" y="385763"/>
            <a:ext cx="141360" cy="498476"/>
          </a:xfrm>
          <a:prstGeom prst="rect">
            <a:avLst/>
          </a:prstGeom>
          <a:solidFill>
            <a:srgbClr val="006DFF">
              <a:alpha val="100000"/>
            </a:srgbClr>
          </a:solidFill>
          <a:ln w="12700">
            <a:noFill/>
            <a:prstDash val="solid"/>
          </a:ln>
        </p:spPr>
        <p:txBody>
          <a:bodyPr lIns="95250" tIns="47625" rIns="95250" bIns="47625" rtlCol="0" anchor="ctr">
            <a:noAutofit/>
          </a:bodyPr>
          <a:lstStyle/>
          <a:p>
            <a:pPr algn="l">
              <a:defRPr/>
            </a:pPr>
            <a:endParaRPr/>
          </a:p>
        </p:txBody>
      </p:sp>
      <p:sp>
        <p:nvSpPr>
          <p:cNvPr id="6" name="AutoShape 6"/>
          <p:cNvSpPr>
            <a:spLocks noGrp="1"/>
          </p:cNvSpPr>
          <p:nvPr>
            <p:ph type="body" sz="quarter" idx="45" hasCustomPrompt="1"/>
          </p:nvPr>
        </p:nvSpPr>
        <p:spPr>
          <a:xfrm>
            <a:off x="482600" y="2997766"/>
            <a:ext cx="4989512" cy="1785180"/>
          </a:xfrm>
          <a:prstGeom prst="rect">
            <a:avLst/>
          </a:prstGeom>
          <a:noFill/>
          <a:ln w="12700">
            <a:noFill/>
            <a:prstDash val="solid"/>
          </a:ln>
        </p:spPr>
        <p:txBody>
          <a:bodyPr lIns="95250" tIns="95250" rIns="95250" bIns="95250" anchor="t">
            <a:noAutofit/>
          </a:bodyPr>
          <a:lstStyle>
            <a:lvl1pPr algn="l">
              <a:lnSpc>
                <a:spcPct val="120000"/>
              </a:lnSpc>
              <a:defRPr sz="1500" b="0" i="0" u="none" strike="noStrike">
                <a:solidFill>
                  <a:srgbClr val="4B4B4B">
                    <a:alpha val="100000"/>
                  </a:srgbClr>
                </a:solidFill>
                <a:latin typeface="FZLanTingHeiS-R-GB" panose="02000000000000000000" charset="-122"/>
              </a:defRPr>
            </a:lvl1pPr>
          </a:lstStyle>
          <a:p>
            <a:pPr indent="0" algn="l">
              <a:lnSpc>
                <a:spcPct val="120000"/>
              </a:lnSpc>
            </a:pPr>
            <a:r>
              <a:rPr lang="en-US" sz="1575" b="0" i="0" u="none" strike="noStrike">
                <a:solidFill>
                  <a:srgbClr val="4B4B4B"/>
                </a:solidFill>
                <a:latin typeface="FZLanTingHeiS-R-GB" panose="02000000000000000000" charset="-122"/>
              </a:rPr>
              <a:t>正文：方正兰亭黑简体最小16磅</a:t>
            </a:r>
          </a:p>
        </p:txBody>
      </p:sp>
      <p:sp>
        <p:nvSpPr>
          <p:cNvPr id="7" name="AutoShape 7"/>
          <p:cNvSpPr>
            <a:spLocks noGrp="1"/>
          </p:cNvSpPr>
          <p:nvPr>
            <p:ph type="body" sz="quarter" idx="46" hasCustomPrompt="1"/>
          </p:nvPr>
        </p:nvSpPr>
        <p:spPr>
          <a:xfrm>
            <a:off x="482599" y="961148"/>
            <a:ext cx="11320089" cy="498476"/>
          </a:xfrm>
          <a:prstGeom prst="rect">
            <a:avLst/>
          </a:prstGeom>
          <a:noFill/>
          <a:ln w="12700">
            <a:noFill/>
            <a:prstDash val="solid"/>
          </a:ln>
        </p:spPr>
        <p:txBody>
          <a:bodyPr lIns="95250" tIns="95250" rIns="95250" bIns="95250" anchor="t">
            <a:noAutofit/>
          </a:bodyPr>
          <a:lstStyle>
            <a:lvl1pPr algn="l">
              <a:lnSpc>
                <a:spcPct val="120000"/>
              </a:lnSpc>
              <a:defRPr sz="1800" b="0" i="0" u="none" strike="noStrike">
                <a:solidFill>
                  <a:srgbClr val="4B4B4B">
                    <a:alpha val="100000"/>
                  </a:srgbClr>
                </a:solidFill>
                <a:latin typeface="FZLanTingHeiS-R-GB" panose="02000000000000000000" charset="-122"/>
              </a:defRPr>
            </a:lvl1pPr>
          </a:lstStyle>
          <a:p>
            <a:pPr indent="0" algn="l">
              <a:lnSpc>
                <a:spcPct val="120000"/>
              </a:lnSpc>
            </a:pPr>
            <a:r>
              <a:rPr lang="en-US" sz="1800" b="0" i="0" u="none" strike="noStrike">
                <a:solidFill>
                  <a:srgbClr val="4B4B4B"/>
                </a:solidFill>
                <a:latin typeface="FZLanTingHeiS-R-GB" panose="02000000000000000000" charset="-122"/>
              </a:rPr>
              <a:t>概述or副标题：方正兰亭黑简体最小18磅</a:t>
            </a:r>
          </a:p>
        </p:txBody>
      </p:sp>
      <p:sp>
        <p:nvSpPr>
          <p:cNvPr id="8" name="AutoShape 8"/>
          <p:cNvSpPr>
            <a:spLocks noGrp="1"/>
          </p:cNvSpPr>
          <p:nvPr>
            <p:ph type="body" sz="quarter" idx="47" hasCustomPrompt="1"/>
          </p:nvPr>
        </p:nvSpPr>
        <p:spPr>
          <a:xfrm>
            <a:off x="482599" y="2425404"/>
            <a:ext cx="4989513" cy="498476"/>
          </a:xfrm>
          <a:prstGeom prst="rect">
            <a:avLst/>
          </a:prstGeom>
          <a:noFill/>
          <a:ln w="12700">
            <a:noFill/>
            <a:prstDash val="solid"/>
          </a:ln>
        </p:spPr>
        <p:txBody>
          <a:bodyPr lIns="95250" tIns="95250" rIns="95250" bIns="95250" anchor="t">
            <a:noAutofit/>
          </a:bodyPr>
          <a:lstStyle>
            <a:lvl1pPr algn="l">
              <a:lnSpc>
                <a:spcPct val="120000"/>
              </a:lnSpc>
              <a:defRPr sz="1800" b="1" i="0" u="none" strike="noStrike">
                <a:solidFill>
                  <a:srgbClr val="4B4B4B">
                    <a:alpha val="100000"/>
                  </a:srgbClr>
                </a:solidFill>
                <a:latin typeface="FZLanTingHeiS-R-GB" panose="02000000000000000000" charset="-122"/>
              </a:defRPr>
            </a:lvl1pPr>
          </a:lstStyle>
          <a:p>
            <a:pPr indent="0" algn="l">
              <a:lnSpc>
                <a:spcPct val="120000"/>
              </a:lnSpc>
            </a:pPr>
            <a:r>
              <a:rPr lang="en-US" sz="1800" b="1" i="0" u="none" strike="noStrike">
                <a:solidFill>
                  <a:srgbClr val="4B4B4B"/>
                </a:solidFill>
                <a:latin typeface="FZLanTingHeiS-R-GB" panose="02000000000000000000" charset="-122"/>
              </a:rPr>
              <a:t>小标题：方正兰亭黑简体最小18磅加粗</a:t>
            </a:r>
          </a:p>
        </p:txBody>
      </p:sp>
      <p:sp>
        <p:nvSpPr>
          <p:cNvPr id="9" name="AutoShape 9"/>
          <p:cNvSpPr>
            <a:spLocks noGrp="1"/>
          </p:cNvSpPr>
          <p:nvPr>
            <p:ph type="body" sz="quarter" idx="48" hasCustomPrompt="1"/>
          </p:nvPr>
        </p:nvSpPr>
        <p:spPr>
          <a:xfrm>
            <a:off x="6813176" y="2974516"/>
            <a:ext cx="4989512" cy="1785180"/>
          </a:xfrm>
          <a:prstGeom prst="rect">
            <a:avLst/>
          </a:prstGeom>
          <a:noFill/>
          <a:ln w="12700">
            <a:noFill/>
            <a:prstDash val="solid"/>
          </a:ln>
        </p:spPr>
        <p:txBody>
          <a:bodyPr lIns="95250" tIns="95250" rIns="95250" bIns="95250" anchor="t">
            <a:noAutofit/>
          </a:bodyPr>
          <a:lstStyle>
            <a:lvl1pPr algn="l">
              <a:lnSpc>
                <a:spcPct val="120000"/>
              </a:lnSpc>
              <a:defRPr sz="1500" b="0" i="0" u="none" strike="noStrike">
                <a:solidFill>
                  <a:srgbClr val="4B4B4B">
                    <a:alpha val="100000"/>
                  </a:srgbClr>
                </a:solidFill>
                <a:latin typeface="FZLanTingHeiS-R-GB" panose="02000000000000000000" charset="-122"/>
              </a:defRPr>
            </a:lvl1pPr>
          </a:lstStyle>
          <a:p>
            <a:pPr indent="0" algn="l">
              <a:lnSpc>
                <a:spcPct val="120000"/>
              </a:lnSpc>
            </a:pPr>
            <a:r>
              <a:rPr lang="en-US" sz="1575" b="0" i="0" u="none" strike="noStrike">
                <a:solidFill>
                  <a:srgbClr val="4B4B4B"/>
                </a:solidFill>
                <a:latin typeface="FZLanTingHeiS-R-GB" panose="02000000000000000000" charset="-122"/>
              </a:rPr>
              <a:t>正文：方正兰亭黑简体最小16磅</a:t>
            </a:r>
          </a:p>
        </p:txBody>
      </p:sp>
      <p:sp>
        <p:nvSpPr>
          <p:cNvPr id="10" name="AutoShape 10"/>
          <p:cNvSpPr>
            <a:spLocks noGrp="1"/>
          </p:cNvSpPr>
          <p:nvPr>
            <p:ph type="body" sz="quarter" idx="49" hasCustomPrompt="1"/>
          </p:nvPr>
        </p:nvSpPr>
        <p:spPr>
          <a:xfrm>
            <a:off x="6813175" y="2402154"/>
            <a:ext cx="4989513" cy="498476"/>
          </a:xfrm>
          <a:prstGeom prst="rect">
            <a:avLst/>
          </a:prstGeom>
          <a:noFill/>
          <a:ln w="12700">
            <a:noFill/>
            <a:prstDash val="solid"/>
          </a:ln>
        </p:spPr>
        <p:txBody>
          <a:bodyPr lIns="95250" tIns="95250" rIns="95250" bIns="95250" anchor="t">
            <a:noAutofit/>
          </a:bodyPr>
          <a:lstStyle>
            <a:lvl1pPr algn="l">
              <a:lnSpc>
                <a:spcPct val="120000"/>
              </a:lnSpc>
              <a:defRPr sz="1800" b="1" i="0" u="none" strike="noStrike">
                <a:solidFill>
                  <a:srgbClr val="4B4B4B">
                    <a:alpha val="100000"/>
                  </a:srgbClr>
                </a:solidFill>
                <a:latin typeface="FZLanTingHeiS-R-GB" panose="02000000000000000000" charset="-122"/>
              </a:defRPr>
            </a:lvl1pPr>
          </a:lstStyle>
          <a:p>
            <a:pPr indent="0" algn="l">
              <a:lnSpc>
                <a:spcPct val="120000"/>
              </a:lnSpc>
            </a:pPr>
            <a:r>
              <a:rPr lang="en-US" sz="1800" b="1" i="0" u="none" strike="noStrike">
                <a:solidFill>
                  <a:srgbClr val="4B4B4B"/>
                </a:solidFill>
                <a:latin typeface="FZLanTingHeiS-R-GB" panose="02000000000000000000" charset="-122"/>
              </a:rPr>
              <a:t>小标题：方正兰亭黑简体最小18磅加粗</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自定义版式">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0" y="0"/>
            <a:ext cx="12192000" cy="6858000"/>
          </a:xfrm>
          <a:prstGeom prst="rect">
            <a:avLst/>
          </a:prstGeom>
          <a:ln w="12700">
            <a:noFill/>
            <a:prstDash val="solid"/>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1_自定义版式">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0" y="0"/>
            <a:ext cx="12192000" cy="6858000"/>
          </a:xfrm>
          <a:prstGeom prst="rect">
            <a:avLst/>
          </a:prstGeom>
          <a:ln w="12700">
            <a:noFill/>
            <a:prstDash val="solid"/>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2_自定义版式">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0" y="0"/>
            <a:ext cx="12192000" cy="6858000"/>
          </a:xfrm>
          <a:prstGeom prst="rect">
            <a:avLst/>
          </a:prstGeom>
          <a:ln w="12700">
            <a:noFill/>
            <a:prstDash val="solid"/>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3_自定义版式">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l="12178" t="7135" r="12179" b="17222"/>
          <a:stretch>
            <a:fillRect/>
          </a:stretch>
        </p:blipFill>
        <p:spPr>
          <a:xfrm>
            <a:off x="-12700" y="0"/>
            <a:ext cx="12192001" cy="6858000"/>
          </a:xfrm>
          <a:prstGeom prst="rect">
            <a:avLst/>
          </a:prstGeom>
          <a:ln w="12700">
            <a:noFill/>
            <a:prstDash val="solid"/>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1_Thanks">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0" y="0"/>
            <a:ext cx="12192000" cy="6858000"/>
          </a:xfrm>
          <a:prstGeom prst="rect">
            <a:avLst/>
          </a:prstGeom>
          <a:ln w="12700">
            <a:noFill/>
            <a:prstDash val="solid"/>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t>2024/11/19</a:t>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image" Target="../media/image1.png"/><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
        <p:nvSpPr>
          <p:cNvPr id="3" name="AutoShape 1"/>
          <p:cNvSpPr/>
          <p:nvPr/>
        </p:nvSpPr>
        <p:spPr>
          <a:xfrm>
            <a:off x="0" y="0"/>
            <a:ext cx="0" cy="0"/>
          </a:xfrm>
          <a:prstGeom prst="rect">
            <a:avLst/>
          </a:prstGeom>
          <a:solidFill>
            <a:srgbClr val="5B9BD5">
              <a:alpha val="100000"/>
            </a:srgbClr>
          </a:solidFill>
          <a:ln w="12700">
            <a:solidFill>
              <a:srgbClr val="41719C">
                <a:alpha val="100000"/>
              </a:srgbClr>
            </a:solidFill>
            <a:prstDash val="solid"/>
          </a:ln>
        </p:spPr>
        <p:txBody>
          <a:bodyPr lIns="95250" tIns="47625" rIns="95250" bIns="47625" rtlCol="0" anchor="ctr">
            <a:noAutofit/>
          </a:bodyPr>
          <a:lstStyle/>
          <a:p>
            <a:pPr algn="ctr">
              <a:defRPr/>
            </a:pPr>
            <a:endParaRPr/>
          </a:p>
        </p:txBody>
      </p:sp>
      <p:pic>
        <p:nvPicPr>
          <p:cNvPr id="2" name="Picture 2"/>
          <p:cNvPicPr>
            <a:picLocks noChangeAspect="1"/>
          </p:cNvPicPr>
          <p:nvPr/>
        </p:nvPicPr>
        <p:blipFill>
          <a:blip r:embed="rId10"/>
          <a:stretch>
            <a:fillRect/>
          </a:stretch>
        </p:blipFill>
        <p:spPr>
          <a:xfrm>
            <a:off x="6096000" y="3429000"/>
            <a:ext cx="3810000" cy="2286000"/>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pic>
        <p:nvPicPr>
          <p:cNvPr id="2" name="Picture 1"/>
          <p:cNvPicPr>
            <a:picLocks noChangeAspect="1"/>
          </p:cNvPicPr>
          <p:nvPr/>
        </p:nvPicPr>
        <p:blipFill>
          <a:blip r:embed="rId13"/>
          <a:stretch>
            <a:fillRect/>
          </a:stretch>
        </p:blipFill>
        <p:spPr>
          <a:xfrm>
            <a:off x="6096000" y="3429000"/>
            <a:ext cx="3810000" cy="2286000"/>
          </a:xfrm>
          <a:prstGeom prst="rect">
            <a:avLst/>
          </a:prstGeom>
        </p:spPr>
      </p:pic>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slideLayout" Target="../slideLayouts/slideLayout13.xml"/><Relationship Id="rId4" Type="http://schemas.openxmlformats.org/officeDocument/2006/relationships/tags" Target="../tags/tag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4.xml.rels><?xml version="1.0" encoding="UTF-8" standalone="yes"?>
<Relationships xmlns="http://schemas.openxmlformats.org/package/2006/relationships"><Relationship Id="rId13" Type="http://schemas.openxmlformats.org/officeDocument/2006/relationships/tags" Target="../tags/tag18.xml"/><Relationship Id="rId18" Type="http://schemas.openxmlformats.org/officeDocument/2006/relationships/tags" Target="../tags/tag23.xml"/><Relationship Id="rId26" Type="http://schemas.openxmlformats.org/officeDocument/2006/relationships/tags" Target="../tags/tag31.xml"/><Relationship Id="rId21" Type="http://schemas.openxmlformats.org/officeDocument/2006/relationships/tags" Target="../tags/tag26.xml"/><Relationship Id="rId34" Type="http://schemas.openxmlformats.org/officeDocument/2006/relationships/tags" Target="../tags/tag39.xml"/><Relationship Id="rId7" Type="http://schemas.openxmlformats.org/officeDocument/2006/relationships/tags" Target="../tags/tag12.xml"/><Relationship Id="rId12" Type="http://schemas.openxmlformats.org/officeDocument/2006/relationships/tags" Target="../tags/tag17.xml"/><Relationship Id="rId17" Type="http://schemas.openxmlformats.org/officeDocument/2006/relationships/tags" Target="../tags/tag22.xml"/><Relationship Id="rId25" Type="http://schemas.openxmlformats.org/officeDocument/2006/relationships/tags" Target="../tags/tag30.xml"/><Relationship Id="rId33" Type="http://schemas.openxmlformats.org/officeDocument/2006/relationships/tags" Target="../tags/tag38.xml"/><Relationship Id="rId2" Type="http://schemas.openxmlformats.org/officeDocument/2006/relationships/tags" Target="../tags/tag7.xml"/><Relationship Id="rId16" Type="http://schemas.openxmlformats.org/officeDocument/2006/relationships/tags" Target="../tags/tag21.xml"/><Relationship Id="rId20" Type="http://schemas.openxmlformats.org/officeDocument/2006/relationships/tags" Target="../tags/tag25.xml"/><Relationship Id="rId29" Type="http://schemas.openxmlformats.org/officeDocument/2006/relationships/tags" Target="../tags/tag34.xml"/><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tags" Target="../tags/tag16.xml"/><Relationship Id="rId24" Type="http://schemas.openxmlformats.org/officeDocument/2006/relationships/tags" Target="../tags/tag29.xml"/><Relationship Id="rId32" Type="http://schemas.openxmlformats.org/officeDocument/2006/relationships/tags" Target="../tags/tag37.xml"/><Relationship Id="rId37" Type="http://schemas.openxmlformats.org/officeDocument/2006/relationships/slideLayout" Target="../slideLayouts/slideLayout13.xml"/><Relationship Id="rId5" Type="http://schemas.openxmlformats.org/officeDocument/2006/relationships/tags" Target="../tags/tag10.xml"/><Relationship Id="rId15" Type="http://schemas.openxmlformats.org/officeDocument/2006/relationships/tags" Target="../tags/tag20.xml"/><Relationship Id="rId23" Type="http://schemas.openxmlformats.org/officeDocument/2006/relationships/tags" Target="../tags/tag28.xml"/><Relationship Id="rId28" Type="http://schemas.openxmlformats.org/officeDocument/2006/relationships/tags" Target="../tags/tag33.xml"/><Relationship Id="rId36" Type="http://schemas.openxmlformats.org/officeDocument/2006/relationships/tags" Target="../tags/tag41.xml"/><Relationship Id="rId10" Type="http://schemas.openxmlformats.org/officeDocument/2006/relationships/tags" Target="../tags/tag15.xml"/><Relationship Id="rId19" Type="http://schemas.openxmlformats.org/officeDocument/2006/relationships/tags" Target="../tags/tag24.xml"/><Relationship Id="rId31" Type="http://schemas.openxmlformats.org/officeDocument/2006/relationships/tags" Target="../tags/tag36.xml"/><Relationship Id="rId4" Type="http://schemas.openxmlformats.org/officeDocument/2006/relationships/tags" Target="../tags/tag9.xml"/><Relationship Id="rId9" Type="http://schemas.openxmlformats.org/officeDocument/2006/relationships/tags" Target="../tags/tag14.xml"/><Relationship Id="rId14" Type="http://schemas.openxmlformats.org/officeDocument/2006/relationships/tags" Target="../tags/tag19.xml"/><Relationship Id="rId22" Type="http://schemas.openxmlformats.org/officeDocument/2006/relationships/tags" Target="../tags/tag27.xml"/><Relationship Id="rId27" Type="http://schemas.openxmlformats.org/officeDocument/2006/relationships/tags" Target="../tags/tag32.xml"/><Relationship Id="rId30" Type="http://schemas.openxmlformats.org/officeDocument/2006/relationships/tags" Target="../tags/tag35.xml"/><Relationship Id="rId35" Type="http://schemas.openxmlformats.org/officeDocument/2006/relationships/tags" Target="../tags/tag40.xml"/><Relationship Id="rId8" Type="http://schemas.openxmlformats.org/officeDocument/2006/relationships/tags" Target="../tags/tag13.xml"/><Relationship Id="rId3" Type="http://schemas.openxmlformats.org/officeDocument/2006/relationships/tags" Target="../tags/tag8.xml"/></Relationships>
</file>

<file path=ppt/slides/_rels/slide5.xml.rels><?xml version="1.0" encoding="UTF-8" standalone="yes"?>
<Relationships xmlns="http://schemas.openxmlformats.org/package/2006/relationships"><Relationship Id="rId8" Type="http://schemas.openxmlformats.org/officeDocument/2006/relationships/tags" Target="../tags/tag49.xml"/><Relationship Id="rId13" Type="http://schemas.openxmlformats.org/officeDocument/2006/relationships/tags" Target="../tags/tag54.xml"/><Relationship Id="rId18" Type="http://schemas.openxmlformats.org/officeDocument/2006/relationships/tags" Target="../tags/tag59.xml"/><Relationship Id="rId3" Type="http://schemas.openxmlformats.org/officeDocument/2006/relationships/tags" Target="../tags/tag44.xml"/><Relationship Id="rId21" Type="http://schemas.openxmlformats.org/officeDocument/2006/relationships/image" Target="../media/image15.png"/><Relationship Id="rId7" Type="http://schemas.openxmlformats.org/officeDocument/2006/relationships/tags" Target="../tags/tag48.xml"/><Relationship Id="rId12" Type="http://schemas.openxmlformats.org/officeDocument/2006/relationships/tags" Target="../tags/tag53.xml"/><Relationship Id="rId17" Type="http://schemas.openxmlformats.org/officeDocument/2006/relationships/tags" Target="../tags/tag58.xml"/><Relationship Id="rId2" Type="http://schemas.openxmlformats.org/officeDocument/2006/relationships/tags" Target="../tags/tag43.xml"/><Relationship Id="rId16" Type="http://schemas.openxmlformats.org/officeDocument/2006/relationships/tags" Target="../tags/tag57.xml"/><Relationship Id="rId20" Type="http://schemas.openxmlformats.org/officeDocument/2006/relationships/image" Target="../media/image14.png"/><Relationship Id="rId1" Type="http://schemas.openxmlformats.org/officeDocument/2006/relationships/tags" Target="../tags/tag42.xml"/><Relationship Id="rId6" Type="http://schemas.openxmlformats.org/officeDocument/2006/relationships/tags" Target="../tags/tag47.xml"/><Relationship Id="rId11" Type="http://schemas.openxmlformats.org/officeDocument/2006/relationships/tags" Target="../tags/tag52.xml"/><Relationship Id="rId5" Type="http://schemas.openxmlformats.org/officeDocument/2006/relationships/tags" Target="../tags/tag46.xml"/><Relationship Id="rId15" Type="http://schemas.openxmlformats.org/officeDocument/2006/relationships/tags" Target="../tags/tag56.xml"/><Relationship Id="rId10" Type="http://schemas.openxmlformats.org/officeDocument/2006/relationships/tags" Target="../tags/tag51.xml"/><Relationship Id="rId19" Type="http://schemas.openxmlformats.org/officeDocument/2006/relationships/slideLayout" Target="../slideLayouts/slideLayout13.xml"/><Relationship Id="rId4" Type="http://schemas.openxmlformats.org/officeDocument/2006/relationships/tags" Target="../tags/tag45.xml"/><Relationship Id="rId9" Type="http://schemas.openxmlformats.org/officeDocument/2006/relationships/tags" Target="../tags/tag50.xml"/><Relationship Id="rId14" Type="http://schemas.openxmlformats.org/officeDocument/2006/relationships/tags" Target="../tags/tag55.xml"/><Relationship Id="rId22"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tags" Target="../tags/tag67.xml"/><Relationship Id="rId13" Type="http://schemas.openxmlformats.org/officeDocument/2006/relationships/slideLayout" Target="../slideLayouts/slideLayout13.xml"/><Relationship Id="rId3" Type="http://schemas.openxmlformats.org/officeDocument/2006/relationships/tags" Target="../tags/tag62.xml"/><Relationship Id="rId7" Type="http://schemas.openxmlformats.org/officeDocument/2006/relationships/tags" Target="../tags/tag66.xml"/><Relationship Id="rId12" Type="http://schemas.openxmlformats.org/officeDocument/2006/relationships/tags" Target="../tags/tag71.xml"/><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tags" Target="../tags/tag65.xml"/><Relationship Id="rId11" Type="http://schemas.openxmlformats.org/officeDocument/2006/relationships/tags" Target="../tags/tag70.xml"/><Relationship Id="rId5" Type="http://schemas.openxmlformats.org/officeDocument/2006/relationships/tags" Target="../tags/tag64.xml"/><Relationship Id="rId15" Type="http://schemas.openxmlformats.org/officeDocument/2006/relationships/image" Target="../media/image18.png"/><Relationship Id="rId10" Type="http://schemas.openxmlformats.org/officeDocument/2006/relationships/tags" Target="../tags/tag69.xml"/><Relationship Id="rId4" Type="http://schemas.openxmlformats.org/officeDocument/2006/relationships/tags" Target="../tags/tag63.xml"/><Relationship Id="rId9" Type="http://schemas.openxmlformats.org/officeDocument/2006/relationships/tags" Target="../tags/tag68.xml"/><Relationship Id="rId14" Type="http://schemas.openxmlformats.org/officeDocument/2006/relationships/image" Target="../media/image17.png"/></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tags" Target="../tags/tag74.xml"/><Relationship Id="rId7" Type="http://schemas.openxmlformats.org/officeDocument/2006/relationships/tags" Target="../tags/tag78.xml"/><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tags" Target="../tags/tag77.xml"/><Relationship Id="rId5" Type="http://schemas.openxmlformats.org/officeDocument/2006/relationships/tags" Target="../tags/tag76.xml"/><Relationship Id="rId10" Type="http://schemas.openxmlformats.org/officeDocument/2006/relationships/image" Target="../media/image19.png"/><Relationship Id="rId4" Type="http://schemas.openxmlformats.org/officeDocument/2006/relationships/tags" Target="../tags/tag75.xml"/><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26" Type="http://schemas.openxmlformats.org/officeDocument/2006/relationships/tags" Target="../tags/tag104.xml"/><Relationship Id="rId21" Type="http://schemas.openxmlformats.org/officeDocument/2006/relationships/tags" Target="../tags/tag99.xml"/><Relationship Id="rId34" Type="http://schemas.openxmlformats.org/officeDocument/2006/relationships/tags" Target="../tags/tag112.xml"/><Relationship Id="rId42" Type="http://schemas.openxmlformats.org/officeDocument/2006/relationships/tags" Target="../tags/tag120.xml"/><Relationship Id="rId47" Type="http://schemas.openxmlformats.org/officeDocument/2006/relationships/tags" Target="../tags/tag125.xml"/><Relationship Id="rId50" Type="http://schemas.openxmlformats.org/officeDocument/2006/relationships/tags" Target="../tags/tag128.xml"/><Relationship Id="rId55" Type="http://schemas.openxmlformats.org/officeDocument/2006/relationships/tags" Target="../tags/tag133.xml"/><Relationship Id="rId63" Type="http://schemas.openxmlformats.org/officeDocument/2006/relationships/image" Target="../media/image22.png"/><Relationship Id="rId7" Type="http://schemas.openxmlformats.org/officeDocument/2006/relationships/tags" Target="../tags/tag85.xml"/><Relationship Id="rId2" Type="http://schemas.openxmlformats.org/officeDocument/2006/relationships/tags" Target="../tags/tag80.xml"/><Relationship Id="rId16" Type="http://schemas.openxmlformats.org/officeDocument/2006/relationships/tags" Target="../tags/tag94.xml"/><Relationship Id="rId29" Type="http://schemas.openxmlformats.org/officeDocument/2006/relationships/tags" Target="../tags/tag107.xml"/><Relationship Id="rId11" Type="http://schemas.openxmlformats.org/officeDocument/2006/relationships/tags" Target="../tags/tag89.xml"/><Relationship Id="rId24" Type="http://schemas.openxmlformats.org/officeDocument/2006/relationships/tags" Target="../tags/tag102.xml"/><Relationship Id="rId32" Type="http://schemas.openxmlformats.org/officeDocument/2006/relationships/tags" Target="../tags/tag110.xml"/><Relationship Id="rId37" Type="http://schemas.openxmlformats.org/officeDocument/2006/relationships/tags" Target="../tags/tag115.xml"/><Relationship Id="rId40" Type="http://schemas.openxmlformats.org/officeDocument/2006/relationships/tags" Target="../tags/tag118.xml"/><Relationship Id="rId45" Type="http://schemas.openxmlformats.org/officeDocument/2006/relationships/tags" Target="../tags/tag123.xml"/><Relationship Id="rId53" Type="http://schemas.openxmlformats.org/officeDocument/2006/relationships/tags" Target="../tags/tag131.xml"/><Relationship Id="rId58" Type="http://schemas.openxmlformats.org/officeDocument/2006/relationships/tags" Target="../tags/tag136.xml"/><Relationship Id="rId5" Type="http://schemas.openxmlformats.org/officeDocument/2006/relationships/tags" Target="../tags/tag83.xml"/><Relationship Id="rId61" Type="http://schemas.openxmlformats.org/officeDocument/2006/relationships/image" Target="../media/image21.png"/><Relationship Id="rId19" Type="http://schemas.openxmlformats.org/officeDocument/2006/relationships/tags" Target="../tags/tag97.xml"/><Relationship Id="rId14" Type="http://schemas.openxmlformats.org/officeDocument/2006/relationships/tags" Target="../tags/tag92.xml"/><Relationship Id="rId22" Type="http://schemas.openxmlformats.org/officeDocument/2006/relationships/tags" Target="../tags/tag100.xml"/><Relationship Id="rId27" Type="http://schemas.openxmlformats.org/officeDocument/2006/relationships/tags" Target="../tags/tag105.xml"/><Relationship Id="rId30" Type="http://schemas.openxmlformats.org/officeDocument/2006/relationships/tags" Target="../tags/tag108.xml"/><Relationship Id="rId35" Type="http://schemas.openxmlformats.org/officeDocument/2006/relationships/tags" Target="../tags/tag113.xml"/><Relationship Id="rId43" Type="http://schemas.openxmlformats.org/officeDocument/2006/relationships/tags" Target="../tags/tag121.xml"/><Relationship Id="rId48" Type="http://schemas.openxmlformats.org/officeDocument/2006/relationships/tags" Target="../tags/tag126.xml"/><Relationship Id="rId56" Type="http://schemas.openxmlformats.org/officeDocument/2006/relationships/tags" Target="../tags/tag134.xml"/><Relationship Id="rId64" Type="http://schemas.openxmlformats.org/officeDocument/2006/relationships/image" Target="../media/image23.png"/><Relationship Id="rId8" Type="http://schemas.openxmlformats.org/officeDocument/2006/relationships/tags" Target="../tags/tag86.xml"/><Relationship Id="rId51" Type="http://schemas.openxmlformats.org/officeDocument/2006/relationships/tags" Target="../tags/tag129.xml"/><Relationship Id="rId3" Type="http://schemas.openxmlformats.org/officeDocument/2006/relationships/tags" Target="../tags/tag81.xml"/><Relationship Id="rId12" Type="http://schemas.openxmlformats.org/officeDocument/2006/relationships/tags" Target="../tags/tag90.xml"/><Relationship Id="rId17" Type="http://schemas.openxmlformats.org/officeDocument/2006/relationships/tags" Target="../tags/tag95.xml"/><Relationship Id="rId25" Type="http://schemas.openxmlformats.org/officeDocument/2006/relationships/tags" Target="../tags/tag103.xml"/><Relationship Id="rId33" Type="http://schemas.openxmlformats.org/officeDocument/2006/relationships/tags" Target="../tags/tag111.xml"/><Relationship Id="rId38" Type="http://schemas.openxmlformats.org/officeDocument/2006/relationships/tags" Target="../tags/tag116.xml"/><Relationship Id="rId46" Type="http://schemas.openxmlformats.org/officeDocument/2006/relationships/tags" Target="../tags/tag124.xml"/><Relationship Id="rId59" Type="http://schemas.openxmlformats.org/officeDocument/2006/relationships/slideLayout" Target="../slideLayouts/slideLayout13.xml"/><Relationship Id="rId20" Type="http://schemas.openxmlformats.org/officeDocument/2006/relationships/tags" Target="../tags/tag98.xml"/><Relationship Id="rId41" Type="http://schemas.openxmlformats.org/officeDocument/2006/relationships/tags" Target="../tags/tag119.xml"/><Relationship Id="rId54" Type="http://schemas.openxmlformats.org/officeDocument/2006/relationships/tags" Target="../tags/tag132.xml"/><Relationship Id="rId62" Type="http://schemas.openxmlformats.org/officeDocument/2006/relationships/image" Target="../media/image14.png"/><Relationship Id="rId1" Type="http://schemas.openxmlformats.org/officeDocument/2006/relationships/tags" Target="../tags/tag79.xml"/><Relationship Id="rId6" Type="http://schemas.openxmlformats.org/officeDocument/2006/relationships/tags" Target="../tags/tag84.xml"/><Relationship Id="rId15" Type="http://schemas.openxmlformats.org/officeDocument/2006/relationships/tags" Target="../tags/tag93.xml"/><Relationship Id="rId23" Type="http://schemas.openxmlformats.org/officeDocument/2006/relationships/tags" Target="../tags/tag101.xml"/><Relationship Id="rId28" Type="http://schemas.openxmlformats.org/officeDocument/2006/relationships/tags" Target="../tags/tag106.xml"/><Relationship Id="rId36" Type="http://schemas.openxmlformats.org/officeDocument/2006/relationships/tags" Target="../tags/tag114.xml"/><Relationship Id="rId49" Type="http://schemas.openxmlformats.org/officeDocument/2006/relationships/tags" Target="../tags/tag127.xml"/><Relationship Id="rId57" Type="http://schemas.openxmlformats.org/officeDocument/2006/relationships/tags" Target="../tags/tag135.xml"/><Relationship Id="rId10" Type="http://schemas.openxmlformats.org/officeDocument/2006/relationships/tags" Target="../tags/tag88.xml"/><Relationship Id="rId31" Type="http://schemas.openxmlformats.org/officeDocument/2006/relationships/tags" Target="../tags/tag109.xml"/><Relationship Id="rId44" Type="http://schemas.openxmlformats.org/officeDocument/2006/relationships/tags" Target="../tags/tag122.xml"/><Relationship Id="rId52" Type="http://schemas.openxmlformats.org/officeDocument/2006/relationships/tags" Target="../tags/tag130.xml"/><Relationship Id="rId60" Type="http://schemas.openxmlformats.org/officeDocument/2006/relationships/image" Target="../media/image20.png"/><Relationship Id="rId65" Type="http://schemas.openxmlformats.org/officeDocument/2006/relationships/image" Target="../media/image24.png"/><Relationship Id="rId4" Type="http://schemas.openxmlformats.org/officeDocument/2006/relationships/tags" Target="../tags/tag82.xml"/><Relationship Id="rId9" Type="http://schemas.openxmlformats.org/officeDocument/2006/relationships/tags" Target="../tags/tag87.xml"/><Relationship Id="rId13" Type="http://schemas.openxmlformats.org/officeDocument/2006/relationships/tags" Target="../tags/tag91.xml"/><Relationship Id="rId18" Type="http://schemas.openxmlformats.org/officeDocument/2006/relationships/tags" Target="../tags/tag96.xml"/><Relationship Id="rId39" Type="http://schemas.openxmlformats.org/officeDocument/2006/relationships/tags" Target="../tags/tag11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3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8" Type="http://schemas.openxmlformats.org/officeDocument/2006/relationships/tags" Target="../tags/tag145.xml"/><Relationship Id="rId13" Type="http://schemas.openxmlformats.org/officeDocument/2006/relationships/tags" Target="../tags/tag150.xml"/><Relationship Id="rId18" Type="http://schemas.openxmlformats.org/officeDocument/2006/relationships/tags" Target="../tags/tag155.xml"/><Relationship Id="rId3" Type="http://schemas.openxmlformats.org/officeDocument/2006/relationships/tags" Target="../tags/tag140.xml"/><Relationship Id="rId21" Type="http://schemas.openxmlformats.org/officeDocument/2006/relationships/tags" Target="../tags/tag158.xml"/><Relationship Id="rId7" Type="http://schemas.openxmlformats.org/officeDocument/2006/relationships/tags" Target="../tags/tag144.xml"/><Relationship Id="rId12" Type="http://schemas.openxmlformats.org/officeDocument/2006/relationships/tags" Target="../tags/tag149.xml"/><Relationship Id="rId17" Type="http://schemas.openxmlformats.org/officeDocument/2006/relationships/tags" Target="../tags/tag154.xml"/><Relationship Id="rId2" Type="http://schemas.openxmlformats.org/officeDocument/2006/relationships/tags" Target="../tags/tag139.xml"/><Relationship Id="rId16" Type="http://schemas.openxmlformats.org/officeDocument/2006/relationships/tags" Target="../tags/tag153.xml"/><Relationship Id="rId20" Type="http://schemas.openxmlformats.org/officeDocument/2006/relationships/tags" Target="../tags/tag157.xml"/><Relationship Id="rId1" Type="http://schemas.openxmlformats.org/officeDocument/2006/relationships/tags" Target="../tags/tag138.xml"/><Relationship Id="rId6" Type="http://schemas.openxmlformats.org/officeDocument/2006/relationships/tags" Target="../tags/tag143.xml"/><Relationship Id="rId11" Type="http://schemas.openxmlformats.org/officeDocument/2006/relationships/tags" Target="../tags/tag148.xml"/><Relationship Id="rId24" Type="http://schemas.openxmlformats.org/officeDocument/2006/relationships/image" Target="../media/image25.png"/><Relationship Id="rId5" Type="http://schemas.openxmlformats.org/officeDocument/2006/relationships/tags" Target="../tags/tag142.xml"/><Relationship Id="rId15" Type="http://schemas.openxmlformats.org/officeDocument/2006/relationships/tags" Target="../tags/tag152.xml"/><Relationship Id="rId23" Type="http://schemas.openxmlformats.org/officeDocument/2006/relationships/slideLayout" Target="../slideLayouts/slideLayout13.xml"/><Relationship Id="rId10" Type="http://schemas.openxmlformats.org/officeDocument/2006/relationships/tags" Target="../tags/tag147.xml"/><Relationship Id="rId19" Type="http://schemas.openxmlformats.org/officeDocument/2006/relationships/tags" Target="../tags/tag156.xml"/><Relationship Id="rId4" Type="http://schemas.openxmlformats.org/officeDocument/2006/relationships/tags" Target="../tags/tag141.xml"/><Relationship Id="rId9" Type="http://schemas.openxmlformats.org/officeDocument/2006/relationships/tags" Target="../tags/tag146.xml"/><Relationship Id="rId14" Type="http://schemas.openxmlformats.org/officeDocument/2006/relationships/tags" Target="../tags/tag151.xml"/><Relationship Id="rId22" Type="http://schemas.openxmlformats.org/officeDocument/2006/relationships/tags" Target="../tags/tag15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90525" y="2372995"/>
            <a:ext cx="6191250" cy="1732280"/>
          </a:xfrm>
          <a:prstGeom prst="rect">
            <a:avLst/>
          </a:prstGeom>
          <a:noFill/>
          <a:ln w="12700">
            <a:noFill/>
            <a:prstDash val="solid"/>
          </a:ln>
        </p:spPr>
        <p:txBody>
          <a:bodyPr lIns="95250" tIns="47625" rIns="95250" bIns="47625" rtlCol="0" anchor="t">
            <a:noAutofit/>
          </a:bodyPr>
          <a:lstStyle/>
          <a:p>
            <a:pPr indent="0" algn="l">
              <a:lnSpc>
                <a:spcPct val="150000"/>
              </a:lnSpc>
              <a:defRPr/>
            </a:pPr>
            <a:r>
              <a:rPr lang="en-US" sz="3600" b="0" i="0" u="none" strike="noStrike">
                <a:solidFill>
                  <a:srgbClr val="4B4B4B"/>
                </a:solidFill>
                <a:latin typeface="微软雅黑" charset="0"/>
                <a:ea typeface="微软雅黑" charset="0"/>
                <a:cs typeface="微软雅黑" charset="0"/>
              </a:rPr>
              <a:t>文件存储 NAS 缓存型</a:t>
            </a:r>
            <a:endParaRPr lang="en-US" sz="1100">
              <a:latin typeface="微软雅黑" charset="0"/>
              <a:ea typeface="微软雅黑" charset="0"/>
              <a:cs typeface="微软雅黑" charset="0"/>
            </a:endParaRPr>
          </a:p>
          <a:p>
            <a:pPr indent="0" algn="l">
              <a:lnSpc>
                <a:spcPct val="150000"/>
              </a:lnSpc>
            </a:pPr>
            <a:r>
              <a:rPr lang="en-US" sz="3600" b="0" i="0" u="none" strike="noStrike">
                <a:solidFill>
                  <a:srgbClr val="4B4B4B"/>
                </a:solidFill>
                <a:latin typeface="微软雅黑" charset="0"/>
                <a:ea typeface="微软雅黑" charset="0"/>
                <a:cs typeface="微软雅黑" charset="0"/>
              </a:rPr>
              <a:t>产品介绍</a:t>
            </a:r>
          </a:p>
        </p:txBody>
      </p:sp>
      <p:sp>
        <p:nvSpPr>
          <p:cNvPr id="3" name="AutoShape 3"/>
          <p:cNvSpPr/>
          <p:nvPr/>
        </p:nvSpPr>
        <p:spPr>
          <a:xfrm>
            <a:off x="6583680" y="1136469"/>
            <a:ext cx="184731" cy="369332"/>
          </a:xfrm>
          <a:prstGeom prst="rect">
            <a:avLst/>
          </a:prstGeom>
          <a:noFill/>
          <a:ln w="12700">
            <a:noFill/>
            <a:prstDash val="solid"/>
          </a:ln>
        </p:spPr>
        <p:txBody>
          <a:bodyPr lIns="95250" tIns="47625" rIns="95250" bIns="47625" rtlCol="0" anchor="t">
            <a:noAutofit/>
          </a:bodyPr>
          <a:lstStyle/>
          <a:p>
            <a:pPr algn="l">
              <a:defRPr/>
            </a:pPr>
            <a:endParaRPr>
              <a:latin typeface="微软雅黑" charset="0"/>
              <a:ea typeface="微软雅黑"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44"/>
          </p:nvPr>
        </p:nvSpPr>
        <p:spPr/>
        <p:txBody>
          <a:bodyPr/>
          <a:lstStyle/>
          <a:p>
            <a:r>
              <a:rPr lang="zh-CN" altLang="en-US">
                <a:latin typeface="微软雅黑" charset="0"/>
                <a:ea typeface="微软雅黑" charset="0"/>
                <a:cs typeface="微软雅黑" charset="0"/>
              </a:rPr>
              <a:t>面向</a:t>
            </a:r>
            <a:r>
              <a:rPr lang="en-US" altLang="zh-CN">
                <a:latin typeface="微软雅黑" charset="0"/>
                <a:ea typeface="微软雅黑" charset="0"/>
                <a:cs typeface="微软雅黑" charset="0"/>
              </a:rPr>
              <a:t> AI </a:t>
            </a:r>
            <a:r>
              <a:rPr lang="zh-CN" altLang="en-US">
                <a:latin typeface="微软雅黑" charset="0"/>
                <a:ea typeface="微软雅黑" charset="0"/>
                <a:cs typeface="微软雅黑" charset="0"/>
              </a:rPr>
              <a:t>设计的云原生高性能文件存储</a:t>
            </a:r>
          </a:p>
        </p:txBody>
      </p:sp>
      <p:sp>
        <p:nvSpPr>
          <p:cNvPr id="8" name="椭圆 7"/>
          <p:cNvSpPr/>
          <p:nvPr/>
        </p:nvSpPr>
        <p:spPr>
          <a:xfrm>
            <a:off x="1161733" y="1510030"/>
            <a:ext cx="2286635" cy="2286635"/>
          </a:xfrm>
          <a:prstGeom prst="ellipse">
            <a:avLst/>
          </a:prstGeom>
          <a:solidFill>
            <a:srgbClr val="006EFF"/>
          </a:solidFill>
          <a:ln>
            <a:noFill/>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800">
                <a:latin typeface="微软雅黑" charset="0"/>
                <a:ea typeface="微软雅黑" charset="0"/>
              </a:rPr>
              <a:t>通用文件存储</a:t>
            </a:r>
          </a:p>
        </p:txBody>
      </p:sp>
      <p:sp>
        <p:nvSpPr>
          <p:cNvPr id="9" name="椭圆 8"/>
          <p:cNvSpPr/>
          <p:nvPr>
            <p:custDataLst>
              <p:tags r:id="rId1"/>
            </p:custDataLst>
          </p:nvPr>
        </p:nvSpPr>
        <p:spPr>
          <a:xfrm>
            <a:off x="5000308" y="1510030"/>
            <a:ext cx="2286635" cy="2286635"/>
          </a:xfrm>
          <a:prstGeom prst="ellipse">
            <a:avLst/>
          </a:prstGeom>
          <a:solidFill>
            <a:srgbClr val="006EFF"/>
          </a:solidFill>
          <a:ln>
            <a:noFill/>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SzTx/>
            </a:pPr>
            <a:r>
              <a:rPr lang="zh-CN" altLang="en-US" sz="1800">
                <a:latin typeface="微软雅黑" charset="0"/>
                <a:ea typeface="微软雅黑" charset="0"/>
                <a:sym typeface="+mn-ea"/>
              </a:rPr>
              <a:t>按需配置性能</a:t>
            </a:r>
          </a:p>
        </p:txBody>
      </p:sp>
      <p:sp>
        <p:nvSpPr>
          <p:cNvPr id="10" name="椭圆 9"/>
          <p:cNvSpPr/>
          <p:nvPr>
            <p:custDataLst>
              <p:tags r:id="rId2"/>
            </p:custDataLst>
          </p:nvPr>
        </p:nvSpPr>
        <p:spPr>
          <a:xfrm>
            <a:off x="8838883" y="1510030"/>
            <a:ext cx="2286635" cy="2286635"/>
          </a:xfrm>
          <a:prstGeom prst="ellipse">
            <a:avLst/>
          </a:prstGeom>
          <a:solidFill>
            <a:srgbClr val="006EFF"/>
          </a:solidFill>
          <a:ln>
            <a:noFill/>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SzTx/>
            </a:pPr>
            <a:r>
              <a:rPr lang="zh-CN" altLang="en-US" sz="1800">
                <a:latin typeface="微软雅黑" charset="0"/>
                <a:ea typeface="微软雅黑" charset="0"/>
                <a:sym typeface="+mn-ea"/>
              </a:rPr>
              <a:t>智能数据流动</a:t>
            </a:r>
          </a:p>
        </p:txBody>
      </p:sp>
      <p:sp>
        <p:nvSpPr>
          <p:cNvPr id="11" name="文本框 10"/>
          <p:cNvSpPr txBox="1"/>
          <p:nvPr/>
        </p:nvSpPr>
        <p:spPr>
          <a:xfrm>
            <a:off x="584200" y="4173220"/>
            <a:ext cx="3441700" cy="1383665"/>
          </a:xfrm>
          <a:prstGeom prst="rect">
            <a:avLst/>
          </a:prstGeom>
          <a:noFill/>
        </p:spPr>
        <p:txBody>
          <a:bodyPr wrap="square" rtlCol="0">
            <a:spAutoFit/>
          </a:bodyPr>
          <a:lstStyle/>
          <a:p>
            <a:pPr algn="ctr">
              <a:lnSpc>
                <a:spcPct val="150000"/>
              </a:lnSpc>
            </a:pPr>
            <a:r>
              <a:rPr lang="zh-CN" altLang="en-US">
                <a:latin typeface="微软雅黑" charset="0"/>
                <a:ea typeface="微软雅黑" charset="0"/>
                <a:cs typeface="微软雅黑" charset="0"/>
              </a:rPr>
              <a:t>提供标准的</a:t>
            </a:r>
            <a:r>
              <a:rPr lang="en-US" altLang="zh-CN">
                <a:latin typeface="微软雅黑" charset="0"/>
                <a:ea typeface="微软雅黑" charset="0"/>
                <a:cs typeface="微软雅黑" charset="0"/>
              </a:rPr>
              <a:t> NFS v4.1 </a:t>
            </a:r>
            <a:r>
              <a:rPr lang="zh-CN" altLang="en-US">
                <a:latin typeface="微软雅黑" charset="0"/>
                <a:ea typeface="微软雅黑" charset="0"/>
                <a:cs typeface="微软雅黑" charset="0"/>
              </a:rPr>
              <a:t>访问协议</a:t>
            </a:r>
          </a:p>
          <a:p>
            <a:pPr algn="ctr">
              <a:lnSpc>
                <a:spcPct val="150000"/>
              </a:lnSpc>
            </a:pPr>
            <a:r>
              <a:rPr lang="zh-CN" altLang="en-US">
                <a:latin typeface="微软雅黑" charset="0"/>
                <a:ea typeface="微软雅黑" charset="0"/>
                <a:cs typeface="微软雅黑" charset="0"/>
              </a:rPr>
              <a:t>弹性扩缩容，</a:t>
            </a:r>
            <a:r>
              <a:rPr lang="en-US" altLang="zh-CN">
                <a:latin typeface="微软雅黑" charset="0"/>
                <a:ea typeface="微软雅黑" charset="0"/>
                <a:cs typeface="微软雅黑" charset="0"/>
              </a:rPr>
              <a:t>0 </a:t>
            </a:r>
            <a:r>
              <a:rPr lang="zh-CN" altLang="en-US">
                <a:latin typeface="微软雅黑" charset="0"/>
                <a:ea typeface="微软雅黑" charset="0"/>
                <a:cs typeface="微软雅黑" charset="0"/>
              </a:rPr>
              <a:t>～</a:t>
            </a:r>
            <a:r>
              <a:rPr lang="en-US" altLang="zh-CN">
                <a:latin typeface="微软雅黑" charset="0"/>
                <a:ea typeface="微软雅黑" charset="0"/>
                <a:cs typeface="微软雅黑" charset="0"/>
              </a:rPr>
              <a:t> 10PiB </a:t>
            </a:r>
            <a:r>
              <a:rPr lang="zh-CN" altLang="en-US">
                <a:latin typeface="微软雅黑" charset="0"/>
                <a:ea typeface="微软雅黑" charset="0"/>
                <a:cs typeface="微软雅黑" charset="0"/>
              </a:rPr>
              <a:t>实例规格</a:t>
            </a:r>
          </a:p>
          <a:p>
            <a:pPr algn="ctr">
              <a:lnSpc>
                <a:spcPct val="150000"/>
              </a:lnSpc>
            </a:pPr>
            <a:r>
              <a:rPr lang="en-US" altLang="zh-CN">
                <a:latin typeface="微软雅黑" charset="0"/>
                <a:ea typeface="微软雅黑" charset="0"/>
                <a:cs typeface="微软雅黑" charset="0"/>
              </a:rPr>
              <a:t>100MB/s/TiB </a:t>
            </a:r>
            <a:r>
              <a:rPr lang="zh-CN" altLang="en-US">
                <a:latin typeface="微软雅黑" charset="0"/>
                <a:ea typeface="微软雅黑" charset="0"/>
                <a:cs typeface="微软雅黑" charset="0"/>
              </a:rPr>
              <a:t>基准性能随容量弹性升降</a:t>
            </a:r>
          </a:p>
          <a:p>
            <a:pPr algn="ctr">
              <a:lnSpc>
                <a:spcPct val="150000"/>
              </a:lnSpc>
            </a:pPr>
            <a:r>
              <a:rPr lang="zh-CN" altLang="en-US">
                <a:latin typeface="微软雅黑" charset="0"/>
                <a:ea typeface="微软雅黑" charset="0"/>
                <a:cs typeface="微软雅黑" charset="0"/>
              </a:rPr>
              <a:t>默认按使用容量付费</a:t>
            </a:r>
          </a:p>
        </p:txBody>
      </p:sp>
      <p:sp>
        <p:nvSpPr>
          <p:cNvPr id="12" name="文本框 11"/>
          <p:cNvSpPr txBox="1"/>
          <p:nvPr>
            <p:custDataLst>
              <p:tags r:id="rId3"/>
            </p:custDataLst>
          </p:nvPr>
        </p:nvSpPr>
        <p:spPr>
          <a:xfrm>
            <a:off x="4308475" y="4173220"/>
            <a:ext cx="3670300" cy="1383665"/>
          </a:xfrm>
          <a:prstGeom prst="rect">
            <a:avLst/>
          </a:prstGeom>
          <a:noFill/>
        </p:spPr>
        <p:txBody>
          <a:bodyPr wrap="square" rtlCol="0">
            <a:spAutoFit/>
          </a:bodyPr>
          <a:lstStyle/>
          <a:p>
            <a:pPr algn="ctr">
              <a:lnSpc>
                <a:spcPct val="150000"/>
              </a:lnSpc>
            </a:pPr>
            <a:r>
              <a:rPr lang="zh-CN" altLang="en-US">
                <a:latin typeface="微软雅黑" charset="0"/>
                <a:ea typeface="微软雅黑" charset="0"/>
                <a:cs typeface="微软雅黑" charset="0"/>
              </a:rPr>
              <a:t>按照业务需求配置预期性能</a:t>
            </a:r>
          </a:p>
          <a:p>
            <a:pPr algn="ctr">
              <a:lnSpc>
                <a:spcPct val="150000"/>
              </a:lnSpc>
            </a:pPr>
            <a:r>
              <a:rPr lang="zh-CN" altLang="en-US">
                <a:latin typeface="微软雅黑" charset="0"/>
                <a:ea typeface="微软雅黑" charset="0"/>
                <a:cs typeface="微软雅黑" charset="0"/>
                <a:sym typeface="+mn-ea"/>
              </a:rPr>
              <a:t>实例性能为基准性能和预配置性能的最大值</a:t>
            </a:r>
            <a:endParaRPr lang="zh-CN" altLang="en-US">
              <a:latin typeface="微软雅黑" charset="0"/>
              <a:ea typeface="微软雅黑" charset="0"/>
              <a:cs typeface="微软雅黑" charset="0"/>
            </a:endParaRPr>
          </a:p>
          <a:p>
            <a:pPr algn="ctr">
              <a:lnSpc>
                <a:spcPct val="150000"/>
              </a:lnSpc>
            </a:pPr>
            <a:r>
              <a:rPr lang="zh-CN" altLang="en-US">
                <a:latin typeface="微软雅黑" charset="0"/>
                <a:ea typeface="微软雅黑" charset="0"/>
                <a:cs typeface="微软雅黑" charset="0"/>
              </a:rPr>
              <a:t>在线变配，支持开启、升</a:t>
            </a:r>
            <a:r>
              <a:rPr lang="en-US" altLang="zh-CN">
                <a:latin typeface="微软雅黑" charset="0"/>
                <a:ea typeface="微软雅黑" charset="0"/>
                <a:cs typeface="微软雅黑" charset="0"/>
              </a:rPr>
              <a:t>/</a:t>
            </a:r>
            <a:r>
              <a:rPr lang="zh-CN" altLang="en-US">
                <a:latin typeface="微软雅黑" charset="0"/>
                <a:ea typeface="微软雅黑" charset="0"/>
                <a:cs typeface="微软雅黑" charset="0"/>
              </a:rPr>
              <a:t>降、关闭</a:t>
            </a:r>
          </a:p>
          <a:p>
            <a:pPr algn="ctr">
              <a:lnSpc>
                <a:spcPct val="150000"/>
              </a:lnSpc>
            </a:pPr>
            <a:r>
              <a:rPr lang="zh-CN" altLang="en-US">
                <a:latin typeface="微软雅黑" charset="0"/>
                <a:ea typeface="微软雅黑" charset="0"/>
                <a:cs typeface="微软雅黑" charset="0"/>
                <a:sym typeface="+mn-ea"/>
              </a:rPr>
              <a:t>仅计费基准性能之上的额外性能部分</a:t>
            </a:r>
          </a:p>
        </p:txBody>
      </p:sp>
      <p:sp>
        <p:nvSpPr>
          <p:cNvPr id="13" name="文本框 12"/>
          <p:cNvSpPr txBox="1"/>
          <p:nvPr>
            <p:custDataLst>
              <p:tags r:id="rId4"/>
            </p:custDataLst>
          </p:nvPr>
        </p:nvSpPr>
        <p:spPr>
          <a:xfrm>
            <a:off x="8147050" y="4173220"/>
            <a:ext cx="3670300" cy="1383665"/>
          </a:xfrm>
          <a:prstGeom prst="rect">
            <a:avLst/>
          </a:prstGeom>
          <a:noFill/>
        </p:spPr>
        <p:txBody>
          <a:bodyPr wrap="square" rtlCol="0">
            <a:spAutoFit/>
          </a:bodyPr>
          <a:lstStyle/>
          <a:p>
            <a:pPr algn="ctr">
              <a:lnSpc>
                <a:spcPct val="150000"/>
              </a:lnSpc>
            </a:pPr>
            <a:r>
              <a:rPr lang="zh-CN" altLang="en-US">
                <a:latin typeface="微软雅黑" charset="0"/>
                <a:ea typeface="微软雅黑" charset="0"/>
                <a:cs typeface="微软雅黑" charset="0"/>
                <a:sym typeface="+mn-ea"/>
              </a:rPr>
              <a:t>自动识别文件热度</a:t>
            </a:r>
          </a:p>
          <a:p>
            <a:pPr algn="ctr">
              <a:lnSpc>
                <a:spcPct val="150000"/>
              </a:lnSpc>
            </a:pPr>
            <a:r>
              <a:rPr lang="en-US" altLang="zh-CN">
                <a:latin typeface="微软雅黑" charset="0"/>
                <a:ea typeface="微软雅黑" charset="0"/>
                <a:cs typeface="微软雅黑" charset="0"/>
                <a:sym typeface="+mn-ea"/>
              </a:rPr>
              <a:t>NAS/TOS </a:t>
            </a:r>
            <a:r>
              <a:rPr lang="zh-CN" altLang="en-US">
                <a:latin typeface="微软雅黑" charset="0"/>
                <a:ea typeface="微软雅黑" charset="0"/>
                <a:cs typeface="微软雅黑" charset="0"/>
                <a:sym typeface="+mn-ea"/>
              </a:rPr>
              <a:t>双向更新双向同步</a:t>
            </a:r>
          </a:p>
          <a:p>
            <a:pPr algn="ctr">
              <a:lnSpc>
                <a:spcPct val="150000"/>
              </a:lnSpc>
            </a:pPr>
            <a:r>
              <a:rPr lang="zh-CN" altLang="en-US">
                <a:latin typeface="微软雅黑" charset="0"/>
                <a:ea typeface="微软雅黑" charset="0"/>
                <a:cs typeface="微软雅黑" charset="0"/>
                <a:sym typeface="+mn-ea"/>
              </a:rPr>
              <a:t>灵活的自动化策略</a:t>
            </a:r>
            <a:r>
              <a:rPr lang="en-US" altLang="zh-CN">
                <a:latin typeface="微软雅黑" charset="0"/>
                <a:ea typeface="微软雅黑" charset="0"/>
                <a:cs typeface="微软雅黑" charset="0"/>
                <a:sym typeface="+mn-ea"/>
              </a:rPr>
              <a:t> + </a:t>
            </a:r>
            <a:r>
              <a:rPr lang="zh-CN" altLang="en-US">
                <a:latin typeface="微软雅黑" charset="0"/>
                <a:ea typeface="微软雅黑" charset="0"/>
                <a:cs typeface="微软雅黑" charset="0"/>
                <a:sym typeface="+mn-ea"/>
              </a:rPr>
              <a:t>一次性任务</a:t>
            </a:r>
          </a:p>
          <a:p>
            <a:pPr algn="ctr">
              <a:lnSpc>
                <a:spcPct val="150000"/>
              </a:lnSpc>
            </a:pPr>
            <a:r>
              <a:rPr lang="zh-CN" altLang="en-US">
                <a:latin typeface="微软雅黑" charset="0"/>
                <a:ea typeface="微软雅黑" charset="0"/>
                <a:cs typeface="微软雅黑" charset="0"/>
                <a:sym typeface="+mn-ea"/>
              </a:rPr>
              <a:t>细粒度文件筛选</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10513" y="407062"/>
            <a:ext cx="8304886" cy="521970"/>
          </a:xfrm>
          <a:prstGeom prst="rect">
            <a:avLst/>
          </a:prstGeom>
          <a:noFill/>
          <a:ln w="12700">
            <a:noFill/>
            <a:prstDash val="solid"/>
          </a:ln>
        </p:spPr>
        <p:txBody>
          <a:bodyPr lIns="95250" tIns="47625" rIns="95250" bIns="47625" rtlCol="0" anchor="t">
            <a:noAutofit/>
          </a:bodyPr>
          <a:lstStyle/>
          <a:p>
            <a:pPr indent="0" algn="l">
              <a:lnSpc>
                <a:spcPct val="100000"/>
              </a:lnSpc>
              <a:defRPr/>
            </a:pPr>
            <a:r>
              <a:rPr lang="zh-CN" altLang="en-US" sz="2775" b="1" i="0" u="none" strike="noStrike">
                <a:solidFill>
                  <a:srgbClr val="4A4B4B"/>
                </a:solidFill>
                <a:latin typeface="微软雅黑"/>
                <a:ea typeface="宋体" charset="0"/>
              </a:rPr>
              <a:t>规格指标</a:t>
            </a:r>
          </a:p>
        </p:txBody>
      </p:sp>
      <p:sp>
        <p:nvSpPr>
          <p:cNvPr id="3" name="AutoShape 3"/>
          <p:cNvSpPr/>
          <p:nvPr/>
        </p:nvSpPr>
        <p:spPr>
          <a:xfrm>
            <a:off x="1900238" y="2903538"/>
            <a:ext cx="12192000" cy="0"/>
          </a:xfrm>
          <a:prstGeom prst="rect">
            <a:avLst/>
          </a:prstGeom>
          <a:noFill/>
          <a:ln w="12700">
            <a:noFill/>
            <a:prstDash val="solid"/>
          </a:ln>
        </p:spPr>
        <p:txBody>
          <a:bodyPr lIns="95250" tIns="47625" rIns="95250" bIns="47625" rtlCol="0" anchor="ctr">
            <a:noAutofit/>
          </a:bodyPr>
          <a:lstStyle/>
          <a:p>
            <a:pPr algn="l">
              <a:defRPr/>
            </a:pPr>
            <a:endParaRPr/>
          </a:p>
        </p:txBody>
      </p:sp>
      <p:sp>
        <p:nvSpPr>
          <p:cNvPr id="4" name="AutoShape 4"/>
          <p:cNvSpPr/>
          <p:nvPr/>
        </p:nvSpPr>
        <p:spPr>
          <a:xfrm>
            <a:off x="3714750" y="3060700"/>
            <a:ext cx="12192000" cy="0"/>
          </a:xfrm>
          <a:prstGeom prst="rect">
            <a:avLst/>
          </a:prstGeom>
          <a:noFill/>
          <a:ln w="12700">
            <a:noFill/>
            <a:prstDash val="solid"/>
          </a:ln>
        </p:spPr>
        <p:txBody>
          <a:bodyPr lIns="95250" tIns="47625" rIns="95250" bIns="47625" rtlCol="0" anchor="ctr">
            <a:noAutofit/>
          </a:bodyPr>
          <a:lstStyle/>
          <a:p>
            <a:pPr algn="l">
              <a:defRPr/>
            </a:pPr>
            <a:endParaRPr/>
          </a:p>
        </p:txBody>
      </p:sp>
      <p:graphicFrame>
        <p:nvGraphicFramePr>
          <p:cNvPr id="6" name="表格 5"/>
          <p:cNvGraphicFramePr/>
          <p:nvPr>
            <p:custDataLst>
              <p:tags r:id="rId1"/>
            </p:custDataLst>
          </p:nvPr>
        </p:nvGraphicFramePr>
        <p:xfrm>
          <a:off x="610235" y="975995"/>
          <a:ext cx="11057255" cy="5212080"/>
        </p:xfrm>
        <a:graphic>
          <a:graphicData uri="http://schemas.openxmlformats.org/drawingml/2006/table">
            <a:tbl>
              <a:tblPr/>
              <a:tblGrid>
                <a:gridCol w="1220470">
                  <a:extLst>
                    <a:ext uri="{9D8B030D-6E8A-4147-A177-3AD203B41FA5}">
                      <a16:colId xmlns:a16="http://schemas.microsoft.com/office/drawing/2014/main" val="20000"/>
                    </a:ext>
                  </a:extLst>
                </a:gridCol>
                <a:gridCol w="1473200">
                  <a:extLst>
                    <a:ext uri="{9D8B030D-6E8A-4147-A177-3AD203B41FA5}">
                      <a16:colId xmlns:a16="http://schemas.microsoft.com/office/drawing/2014/main" val="20001"/>
                    </a:ext>
                  </a:extLst>
                </a:gridCol>
                <a:gridCol w="8363585">
                  <a:extLst>
                    <a:ext uri="{9D8B030D-6E8A-4147-A177-3AD203B41FA5}">
                      <a16:colId xmlns:a16="http://schemas.microsoft.com/office/drawing/2014/main" val="20002"/>
                    </a:ext>
                  </a:extLst>
                </a:gridCol>
              </a:tblGrid>
              <a:tr h="320040">
                <a:tc>
                  <a:txBody>
                    <a:bodyPr/>
                    <a:lstStyle/>
                    <a:p>
                      <a:pPr marL="0" indent="0">
                        <a:lnSpc>
                          <a:spcPct val="150000"/>
                        </a:lnSpc>
                        <a:buNone/>
                      </a:pPr>
                      <a:r>
                        <a:rPr lang="zh-CN" sz="1000">
                          <a:solidFill>
                            <a:schemeClr val="bg1"/>
                          </a:solidFill>
                          <a:latin typeface="微软雅黑" charset="0"/>
                          <a:ea typeface="微软雅黑" charset="0"/>
                        </a:rPr>
                        <a:t>指标类别</a:t>
                      </a:r>
                      <a:endParaRPr lang="zh-CN" altLang="en-US" sz="1000">
                        <a:solidFill>
                          <a:schemeClr val="bg1"/>
                        </a:solidFill>
                        <a:latin typeface="微软雅黑" charset="0"/>
                        <a:ea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rgbClr val="006EFF"/>
                    </a:solidFill>
                  </a:tcPr>
                </a:tc>
                <a:tc>
                  <a:txBody>
                    <a:bodyPr/>
                    <a:lstStyle/>
                    <a:p>
                      <a:pPr marL="0" indent="0">
                        <a:lnSpc>
                          <a:spcPct val="150000"/>
                        </a:lnSpc>
                        <a:buNone/>
                      </a:pPr>
                      <a:r>
                        <a:rPr lang="zh-CN" sz="1000">
                          <a:solidFill>
                            <a:schemeClr val="bg1"/>
                          </a:solidFill>
                          <a:latin typeface="微软雅黑" charset="0"/>
                          <a:ea typeface="微软雅黑" charset="0"/>
                        </a:rPr>
                        <a:t>属性</a:t>
                      </a:r>
                      <a:endParaRPr lang="zh-CN" altLang="en-US" sz="1000">
                        <a:solidFill>
                          <a:schemeClr val="bg1"/>
                        </a:solidFill>
                        <a:latin typeface="微软雅黑" charset="0"/>
                        <a:ea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rgbClr val="006EFF"/>
                    </a:solidFill>
                  </a:tcPr>
                </a:tc>
                <a:tc>
                  <a:txBody>
                    <a:bodyPr/>
                    <a:lstStyle/>
                    <a:p>
                      <a:pPr marL="0" indent="0">
                        <a:lnSpc>
                          <a:spcPct val="150000"/>
                        </a:lnSpc>
                        <a:buNone/>
                      </a:pPr>
                      <a:r>
                        <a:rPr lang="zh-CN" sz="1000">
                          <a:solidFill>
                            <a:schemeClr val="bg1"/>
                          </a:solidFill>
                          <a:latin typeface="微软雅黑" charset="0"/>
                          <a:ea typeface="微软雅黑" charset="0"/>
                        </a:rPr>
                        <a:t>说明</a:t>
                      </a:r>
                      <a:endParaRPr lang="zh-CN" altLang="en-US" sz="1000">
                        <a:solidFill>
                          <a:schemeClr val="bg1"/>
                        </a:solidFill>
                        <a:latin typeface="微软雅黑" charset="0"/>
                        <a:ea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rgbClr val="006EFF"/>
                    </a:solidFill>
                  </a:tcPr>
                </a:tc>
                <a:extLst>
                  <a:ext uri="{0D108BD9-81ED-4DB2-BD59-A6C34878D82A}">
                    <a16:rowId xmlns:a16="http://schemas.microsoft.com/office/drawing/2014/main" val="10000"/>
                  </a:ext>
                </a:extLst>
              </a:tr>
              <a:tr h="525780">
                <a:tc rowSpan="3">
                  <a:txBody>
                    <a:bodyPr/>
                    <a:lstStyle/>
                    <a:p>
                      <a:pPr marL="0" indent="0">
                        <a:lnSpc>
                          <a:spcPct val="150000"/>
                        </a:lnSpc>
                        <a:buNone/>
                      </a:pPr>
                      <a:r>
                        <a:rPr lang="zh-CN" sz="1000">
                          <a:solidFill>
                            <a:srgbClr val="000000"/>
                          </a:solidFill>
                          <a:latin typeface="微软雅黑" charset="0"/>
                          <a:ea typeface="微软雅黑" charset="0"/>
                        </a:rPr>
                        <a:t>基准性能</a:t>
                      </a:r>
                      <a:endParaRPr lang="zh-CN" altLang="en-US" sz="1000">
                        <a:solidFill>
                          <a:srgbClr val="000000"/>
                        </a:solidFill>
                        <a:latin typeface="微软雅黑" charset="0"/>
                        <a:ea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chemeClr val="bg1"/>
                    </a:solidFill>
                  </a:tcPr>
                </a:tc>
                <a:tc rowSpan="2">
                  <a:txBody>
                    <a:bodyPr/>
                    <a:lstStyle/>
                    <a:p>
                      <a:pPr marL="0" indent="0">
                        <a:lnSpc>
                          <a:spcPct val="150000"/>
                        </a:lnSpc>
                        <a:buNone/>
                      </a:pPr>
                      <a:r>
                        <a:rPr lang="zh-CN" sz="1000">
                          <a:solidFill>
                            <a:srgbClr val="000000"/>
                          </a:solidFill>
                          <a:latin typeface="微软雅黑" charset="0"/>
                          <a:ea typeface="微软雅黑" charset="0"/>
                        </a:rPr>
                        <a:t>吞吐</a:t>
                      </a:r>
                      <a:endParaRPr lang="zh-CN" altLang="en-US" sz="1000">
                        <a:solidFill>
                          <a:srgbClr val="000000"/>
                        </a:solidFill>
                        <a:latin typeface="微软雅黑" charset="0"/>
                        <a:ea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chemeClr val="bg1"/>
                    </a:solidFill>
                  </a:tcPr>
                </a:tc>
                <a:tc>
                  <a:txBody>
                    <a:bodyPr/>
                    <a:lstStyle/>
                    <a:p>
                      <a:pPr algn="l">
                        <a:lnSpc>
                          <a:spcPct val="150000"/>
                        </a:lnSpc>
                        <a:buSzTx/>
                        <a:buNone/>
                      </a:pPr>
                      <a:r>
                        <a:rPr lang="zh-CN" sz="1000">
                          <a:solidFill>
                            <a:srgbClr val="000000"/>
                          </a:solidFill>
                          <a:latin typeface="微软雅黑" charset="0"/>
                          <a:ea typeface="微软雅黑" charset="0"/>
                        </a:rPr>
                        <a:t>读吞吐：min{600 + 0.1*存储容量(GiB), 30000}MBps</a:t>
                      </a:r>
                    </a:p>
                    <a:p>
                      <a:pPr algn="l">
                        <a:lnSpc>
                          <a:spcPct val="150000"/>
                        </a:lnSpc>
                        <a:buSzTx/>
                        <a:buNone/>
                      </a:pPr>
                      <a:r>
                        <a:rPr lang="zh-CN" sz="900" i="1">
                          <a:solidFill>
                            <a:schemeClr val="bg1">
                              <a:lumMod val="50000"/>
                            </a:schemeClr>
                          </a:solidFill>
                          <a:latin typeface="微软雅黑" charset="0"/>
                          <a:ea typeface="微软雅黑" charset="0"/>
                        </a:rPr>
                        <a:t>邀测期间提供</a:t>
                      </a:r>
                      <a:r>
                        <a:rPr lang="en-US" altLang="zh-CN" sz="900" i="1">
                          <a:solidFill>
                            <a:schemeClr val="bg1">
                              <a:lumMod val="50000"/>
                            </a:schemeClr>
                          </a:solidFill>
                          <a:latin typeface="微软雅黑" charset="0"/>
                          <a:ea typeface="微软雅黑" charset="0"/>
                        </a:rPr>
                        <a:t> 600MB/s </a:t>
                      </a:r>
                      <a:r>
                        <a:rPr lang="zh-CN" altLang="en-US" sz="900" i="1">
                          <a:solidFill>
                            <a:schemeClr val="bg1">
                              <a:lumMod val="50000"/>
                            </a:schemeClr>
                          </a:solidFill>
                          <a:latin typeface="微软雅黑" charset="0"/>
                          <a:ea typeface="微软雅黑" charset="0"/>
                        </a:rPr>
                        <a:t>的起配带宽</a:t>
                      </a: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1"/>
                  </a:ext>
                </a:extLst>
              </a:tr>
              <a:tr h="320040">
                <a:tc vMerge="1">
                  <a:txBody>
                    <a:bodyPr/>
                    <a:lstStyle/>
                    <a:p>
                      <a:endParaRPr lang="en-CN"/>
                    </a:p>
                  </a:txBody>
                  <a:tcPr>
                    <a:lnL w="6350">
                      <a:solidFill>
                        <a:schemeClr val="tx1"/>
                      </a:solidFill>
                      <a:prstDash val="solid"/>
                    </a:lnL>
                    <a:lnR w="6350">
                      <a:solidFill>
                        <a:schemeClr val="tx1"/>
                      </a:solidFill>
                      <a:prstDash val="solid"/>
                    </a:lnR>
                  </a:tcPr>
                </a:tc>
                <a:tc vMerge="1">
                  <a:txBody>
                    <a:bodyPr/>
                    <a:lstStyle/>
                    <a:p>
                      <a:endParaRPr lang="en-CN"/>
                    </a:p>
                  </a:txBody>
                  <a:tcPr>
                    <a:lnL w="6350">
                      <a:solidFill>
                        <a:schemeClr val="tx1"/>
                      </a:solidFill>
                      <a:prstDash val="solid"/>
                    </a:lnL>
                    <a:lnR w="6350">
                      <a:solidFill>
                        <a:schemeClr val="tx1"/>
                      </a:solidFill>
                      <a:prstDash val="solid"/>
                    </a:lnR>
                  </a:tcPr>
                </a:tc>
                <a:tc>
                  <a:txBody>
                    <a:bodyPr/>
                    <a:lstStyle/>
                    <a:p>
                      <a:pPr algn="l">
                        <a:lnSpc>
                          <a:spcPct val="150000"/>
                        </a:lnSpc>
                        <a:buSzTx/>
                        <a:buNone/>
                      </a:pPr>
                      <a:r>
                        <a:rPr lang="zh-CN" sz="1000">
                          <a:solidFill>
                            <a:srgbClr val="000000"/>
                          </a:solidFill>
                          <a:latin typeface="微软雅黑" charset="0"/>
                          <a:ea typeface="微软雅黑" charset="0"/>
                        </a:rPr>
                        <a:t>写吞吐上限</a:t>
                      </a:r>
                      <a:r>
                        <a:rPr lang="en-US" altLang="zh-CN" sz="1000">
                          <a:solidFill>
                            <a:srgbClr val="000000"/>
                          </a:solidFill>
                          <a:latin typeface="微软雅黑" charset="0"/>
                          <a:ea typeface="微软雅黑" charset="0"/>
                        </a:rPr>
                        <a:t> </a:t>
                      </a:r>
                      <a:r>
                        <a:rPr lang="zh-CN" sz="1000">
                          <a:solidFill>
                            <a:srgbClr val="000000"/>
                          </a:solidFill>
                          <a:latin typeface="微软雅黑" charset="0"/>
                          <a:ea typeface="微软雅黑" charset="0"/>
                        </a:rPr>
                        <a:t>10000MB/s</a:t>
                      </a: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2"/>
                  </a:ext>
                </a:extLst>
              </a:tr>
              <a:tr h="320040">
                <a:tc vMerge="1">
                  <a:txBody>
                    <a:bodyPr/>
                    <a:lstStyle/>
                    <a:p>
                      <a:endParaRPr lang="en-CN"/>
                    </a:p>
                  </a:txBody>
                  <a:tcPr>
                    <a:lnL w="6350">
                      <a:solidFill>
                        <a:schemeClr val="tx1"/>
                      </a:solidFill>
                      <a:prstDash val="solid"/>
                    </a:lnL>
                    <a:lnR w="6350">
                      <a:solidFill>
                        <a:schemeClr val="tx1"/>
                      </a:solidFill>
                      <a:prstDash val="solid"/>
                    </a:lnR>
                    <a:lnB w="6350">
                      <a:solidFill>
                        <a:schemeClr val="tx1"/>
                      </a:solidFill>
                      <a:prstDash val="solid"/>
                    </a:lnB>
                  </a:tcPr>
                </a:tc>
                <a:tc>
                  <a:txBody>
                    <a:bodyPr/>
                    <a:lstStyle/>
                    <a:p>
                      <a:pPr marL="0" indent="0">
                        <a:lnSpc>
                          <a:spcPct val="150000"/>
                        </a:lnSpc>
                        <a:buNone/>
                      </a:pPr>
                      <a:r>
                        <a:rPr lang="en-US" sz="1000">
                          <a:solidFill>
                            <a:srgbClr val="000000"/>
                          </a:solidFill>
                          <a:latin typeface="微软雅黑" charset="0"/>
                          <a:ea typeface="微软雅黑" charset="0"/>
                        </a:rPr>
                        <a:t>IOPS</a:t>
                      </a:r>
                      <a:endParaRPr lang="en-US" altLang="en-US" sz="1000">
                        <a:solidFill>
                          <a:srgbClr val="000000"/>
                        </a:solidFill>
                        <a:latin typeface="微软雅黑" charset="0"/>
                        <a:ea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chemeClr val="bg1"/>
                    </a:solidFill>
                  </a:tcPr>
                </a:tc>
                <a:tc>
                  <a:txBody>
                    <a:bodyPr/>
                    <a:lstStyle/>
                    <a:p>
                      <a:pPr marL="0" algn="l">
                        <a:lnSpc>
                          <a:spcPct val="150000"/>
                        </a:lnSpc>
                        <a:buSzTx/>
                        <a:buNone/>
                      </a:pPr>
                      <a:r>
                        <a:rPr lang="zh-CN" sz="1000">
                          <a:solidFill>
                            <a:srgbClr val="000000"/>
                          </a:solidFill>
                          <a:latin typeface="微软雅黑" charset="0"/>
                          <a:ea typeface="微软雅黑" charset="0"/>
                        </a:rPr>
                        <a:t>上限 90 万，每</a:t>
                      </a:r>
                      <a:r>
                        <a:rPr lang="en-US" altLang="zh-CN" sz="1000">
                          <a:solidFill>
                            <a:srgbClr val="000000"/>
                          </a:solidFill>
                          <a:latin typeface="微软雅黑" charset="0"/>
                          <a:ea typeface="微软雅黑" charset="0"/>
                        </a:rPr>
                        <a:t> MB/s </a:t>
                      </a:r>
                      <a:r>
                        <a:rPr lang="zh-CN" altLang="en-US" sz="1000">
                          <a:solidFill>
                            <a:srgbClr val="000000"/>
                          </a:solidFill>
                          <a:latin typeface="微软雅黑" charset="0"/>
                          <a:ea typeface="微软雅黑" charset="0"/>
                        </a:rPr>
                        <a:t>提供</a:t>
                      </a:r>
                      <a:r>
                        <a:rPr lang="en-US" altLang="zh-CN" sz="1000">
                          <a:solidFill>
                            <a:srgbClr val="000000"/>
                          </a:solidFill>
                          <a:latin typeface="微软雅黑" charset="0"/>
                          <a:ea typeface="微软雅黑" charset="0"/>
                        </a:rPr>
                        <a:t> 30 IOPS</a:t>
                      </a: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3"/>
                  </a:ext>
                </a:extLst>
              </a:tr>
              <a:tr h="525780">
                <a:tc rowSpan="3">
                  <a:txBody>
                    <a:bodyPr/>
                    <a:lstStyle/>
                    <a:p>
                      <a:pPr marL="0" indent="0">
                        <a:lnSpc>
                          <a:spcPct val="150000"/>
                        </a:lnSpc>
                        <a:buNone/>
                      </a:pPr>
                      <a:r>
                        <a:rPr lang="zh-CN" sz="1000">
                          <a:solidFill>
                            <a:srgbClr val="000000"/>
                          </a:solidFill>
                          <a:latin typeface="微软雅黑" charset="0"/>
                          <a:ea typeface="微软雅黑" charset="0"/>
                        </a:rPr>
                        <a:t>预配置性能</a:t>
                      </a:r>
                      <a:endParaRPr lang="zh-CN" altLang="en-US" sz="1000">
                        <a:solidFill>
                          <a:srgbClr val="000000"/>
                        </a:solidFill>
                        <a:latin typeface="微软雅黑" charset="0"/>
                        <a:ea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chemeClr val="bg1"/>
                    </a:solidFill>
                  </a:tcPr>
                </a:tc>
                <a:tc rowSpan="2">
                  <a:txBody>
                    <a:bodyPr/>
                    <a:lstStyle/>
                    <a:p>
                      <a:pPr marL="0" indent="0">
                        <a:lnSpc>
                          <a:spcPct val="150000"/>
                        </a:lnSpc>
                        <a:buNone/>
                      </a:pPr>
                      <a:r>
                        <a:rPr lang="zh-CN" sz="1000">
                          <a:solidFill>
                            <a:srgbClr val="000000"/>
                          </a:solidFill>
                          <a:latin typeface="微软雅黑" charset="0"/>
                          <a:ea typeface="微软雅黑" charset="0"/>
                        </a:rPr>
                        <a:t>吞吐</a:t>
                      </a:r>
                      <a:endParaRPr lang="zh-CN" altLang="en-US" sz="1000">
                        <a:solidFill>
                          <a:srgbClr val="000000"/>
                        </a:solidFill>
                        <a:latin typeface="微软雅黑" charset="0"/>
                        <a:ea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chemeClr val="bg1"/>
                    </a:solidFill>
                  </a:tcPr>
                </a:tc>
                <a:tc>
                  <a:txBody>
                    <a:bodyPr/>
                    <a:lstStyle/>
                    <a:p>
                      <a:pPr algn="l">
                        <a:lnSpc>
                          <a:spcPct val="150000"/>
                        </a:lnSpc>
                        <a:buSzTx/>
                        <a:buNone/>
                      </a:pPr>
                      <a:r>
                        <a:rPr lang="zh-CN" sz="1000">
                          <a:solidFill>
                            <a:srgbClr val="000000"/>
                          </a:solidFill>
                          <a:latin typeface="微软雅黑" charset="0"/>
                          <a:ea typeface="微软雅黑" charset="0"/>
                        </a:rPr>
                        <a:t>读吞吐起配 700MB/s，扩容步长 100MB/s，上限 30000MB/s</a:t>
                      </a:r>
                      <a:endParaRPr lang="zh-CN" sz="900" i="1">
                        <a:solidFill>
                          <a:schemeClr val="bg1">
                            <a:lumMod val="50000"/>
                          </a:schemeClr>
                        </a:solidFill>
                        <a:latin typeface="微软雅黑" charset="0"/>
                        <a:ea typeface="微软雅黑" charset="0"/>
                        <a:sym typeface="+mn-ea"/>
                      </a:endParaRPr>
                    </a:p>
                    <a:p>
                      <a:pPr algn="l">
                        <a:lnSpc>
                          <a:spcPct val="150000"/>
                        </a:lnSpc>
                        <a:buSzTx/>
                        <a:buNone/>
                      </a:pPr>
                      <a:r>
                        <a:rPr lang="zh-CN" sz="900" i="1">
                          <a:solidFill>
                            <a:schemeClr val="bg1">
                              <a:lumMod val="50000"/>
                            </a:schemeClr>
                          </a:solidFill>
                          <a:latin typeface="微软雅黑" charset="0"/>
                          <a:ea typeface="微软雅黑" charset="0"/>
                        </a:rPr>
                        <a:t>可以通过白名单解锁更高的性能上限，</a:t>
                      </a:r>
                      <a:r>
                        <a:rPr lang="zh-CN" sz="900" i="1">
                          <a:solidFill>
                            <a:schemeClr val="bg1">
                              <a:lumMod val="50000"/>
                            </a:schemeClr>
                          </a:solidFill>
                          <a:latin typeface="微软雅黑" charset="0"/>
                          <a:ea typeface="微软雅黑" charset="0"/>
                          <a:sym typeface="+mn-ea"/>
                        </a:rPr>
                        <a:t>邀测期间提供在</a:t>
                      </a:r>
                      <a:r>
                        <a:rPr lang="en-US" altLang="zh-CN" sz="900" i="1">
                          <a:solidFill>
                            <a:schemeClr val="bg1">
                              <a:lumMod val="50000"/>
                            </a:schemeClr>
                          </a:solidFill>
                          <a:latin typeface="微软雅黑" charset="0"/>
                          <a:ea typeface="微软雅黑" charset="0"/>
                          <a:sym typeface="+mn-ea"/>
                        </a:rPr>
                        <a:t> 600MB/s </a:t>
                      </a:r>
                      <a:r>
                        <a:rPr lang="zh-CN" sz="900" i="1">
                          <a:solidFill>
                            <a:schemeClr val="bg1">
                              <a:lumMod val="50000"/>
                            </a:schemeClr>
                          </a:solidFill>
                          <a:latin typeface="微软雅黑" charset="0"/>
                          <a:ea typeface="微软雅黑" charset="0"/>
                          <a:sym typeface="+mn-ea"/>
                        </a:rPr>
                        <a:t>起配带宽之上开始配置</a:t>
                      </a: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4"/>
                  </a:ext>
                </a:extLst>
              </a:tr>
              <a:tr h="320040">
                <a:tc vMerge="1">
                  <a:txBody>
                    <a:bodyPr/>
                    <a:lstStyle/>
                    <a:p>
                      <a:endParaRPr lang="en-CN"/>
                    </a:p>
                  </a:txBody>
                  <a:tcPr>
                    <a:lnL w="6350">
                      <a:solidFill>
                        <a:schemeClr val="tx1"/>
                      </a:solidFill>
                      <a:prstDash val="solid"/>
                    </a:lnL>
                    <a:lnR w="6350">
                      <a:solidFill>
                        <a:schemeClr val="tx1"/>
                      </a:solidFill>
                      <a:prstDash val="solid"/>
                    </a:lnR>
                  </a:tcPr>
                </a:tc>
                <a:tc vMerge="1">
                  <a:txBody>
                    <a:bodyPr/>
                    <a:lstStyle/>
                    <a:p>
                      <a:endParaRPr lang="en-CN"/>
                    </a:p>
                  </a:txBody>
                  <a:tcPr>
                    <a:lnL w="6350">
                      <a:solidFill>
                        <a:schemeClr val="tx1"/>
                      </a:solidFill>
                      <a:prstDash val="solid"/>
                    </a:lnL>
                    <a:lnR w="6350">
                      <a:solidFill>
                        <a:schemeClr val="tx1"/>
                      </a:solidFill>
                      <a:prstDash val="solid"/>
                    </a:lnR>
                  </a:tcPr>
                </a:tc>
                <a:tc>
                  <a:txBody>
                    <a:bodyPr/>
                    <a:lstStyle/>
                    <a:p>
                      <a:pPr algn="l">
                        <a:lnSpc>
                          <a:spcPct val="150000"/>
                        </a:lnSpc>
                        <a:buSzTx/>
                        <a:buNone/>
                      </a:pPr>
                      <a:r>
                        <a:rPr lang="zh-CN" sz="1000">
                          <a:solidFill>
                            <a:srgbClr val="000000"/>
                          </a:solidFill>
                          <a:latin typeface="微软雅黑" charset="0"/>
                          <a:ea typeface="微软雅黑" charset="0"/>
                        </a:rPr>
                        <a:t>写吞吐上限 10000MB/s。</a:t>
                      </a: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5"/>
                  </a:ext>
                </a:extLst>
              </a:tr>
              <a:tr h="320040">
                <a:tc vMerge="1">
                  <a:txBody>
                    <a:bodyPr/>
                    <a:lstStyle/>
                    <a:p>
                      <a:endParaRPr lang="en-CN"/>
                    </a:p>
                  </a:txBody>
                  <a:tcPr>
                    <a:lnL w="6350">
                      <a:solidFill>
                        <a:schemeClr val="tx1"/>
                      </a:solidFill>
                      <a:prstDash val="solid"/>
                    </a:lnL>
                    <a:lnR w="6350">
                      <a:solidFill>
                        <a:schemeClr val="tx1"/>
                      </a:solidFill>
                      <a:prstDash val="solid"/>
                    </a:lnR>
                    <a:lnB w="6350">
                      <a:solidFill>
                        <a:schemeClr val="tx1"/>
                      </a:solidFill>
                      <a:prstDash val="solid"/>
                    </a:lnB>
                  </a:tcPr>
                </a:tc>
                <a:tc>
                  <a:txBody>
                    <a:bodyPr/>
                    <a:lstStyle/>
                    <a:p>
                      <a:pPr marL="0" indent="0">
                        <a:lnSpc>
                          <a:spcPct val="150000"/>
                        </a:lnSpc>
                        <a:buNone/>
                      </a:pPr>
                      <a:r>
                        <a:rPr lang="en-US" sz="1000">
                          <a:solidFill>
                            <a:srgbClr val="000000"/>
                          </a:solidFill>
                          <a:latin typeface="微软雅黑" charset="0"/>
                          <a:ea typeface="微软雅黑" charset="0"/>
                        </a:rPr>
                        <a:t>IOPS</a:t>
                      </a:r>
                      <a:endParaRPr lang="en-US" altLang="en-US" sz="1000">
                        <a:solidFill>
                          <a:srgbClr val="000000"/>
                        </a:solidFill>
                        <a:latin typeface="微软雅黑" charset="0"/>
                        <a:ea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chemeClr val="bg1"/>
                    </a:solidFill>
                  </a:tcPr>
                </a:tc>
                <a:tc>
                  <a:txBody>
                    <a:bodyPr/>
                    <a:lstStyle/>
                    <a:p>
                      <a:pPr marL="0" algn="l">
                        <a:lnSpc>
                          <a:spcPct val="150000"/>
                        </a:lnSpc>
                        <a:buSzTx/>
                        <a:buNone/>
                      </a:pPr>
                      <a:r>
                        <a:rPr lang="zh-CN" sz="1000">
                          <a:solidFill>
                            <a:srgbClr val="000000"/>
                          </a:solidFill>
                          <a:latin typeface="微软雅黑" charset="0"/>
                          <a:ea typeface="微软雅黑" charset="0"/>
                        </a:rPr>
                        <a:t>上限 90 万</a:t>
                      </a:r>
                      <a:r>
                        <a:rPr lang="zh-CN" sz="1000">
                          <a:solidFill>
                            <a:srgbClr val="000000"/>
                          </a:solidFill>
                          <a:latin typeface="微软雅黑" charset="0"/>
                          <a:ea typeface="微软雅黑" charset="0"/>
                          <a:sym typeface="+mn-ea"/>
                        </a:rPr>
                        <a:t>，每</a:t>
                      </a:r>
                      <a:r>
                        <a:rPr lang="en-US" altLang="zh-CN" sz="1000">
                          <a:solidFill>
                            <a:srgbClr val="000000"/>
                          </a:solidFill>
                          <a:latin typeface="微软雅黑" charset="0"/>
                          <a:ea typeface="微软雅黑" charset="0"/>
                          <a:sym typeface="+mn-ea"/>
                        </a:rPr>
                        <a:t> MB/s </a:t>
                      </a:r>
                      <a:r>
                        <a:rPr lang="zh-CN" altLang="en-US" sz="1000">
                          <a:solidFill>
                            <a:srgbClr val="000000"/>
                          </a:solidFill>
                          <a:latin typeface="微软雅黑" charset="0"/>
                          <a:ea typeface="微软雅黑" charset="0"/>
                          <a:sym typeface="+mn-ea"/>
                        </a:rPr>
                        <a:t>提供</a:t>
                      </a:r>
                      <a:r>
                        <a:rPr lang="en-US" altLang="zh-CN" sz="1000">
                          <a:solidFill>
                            <a:srgbClr val="000000"/>
                          </a:solidFill>
                          <a:latin typeface="微软雅黑" charset="0"/>
                          <a:ea typeface="微软雅黑" charset="0"/>
                          <a:sym typeface="+mn-ea"/>
                        </a:rPr>
                        <a:t> 30 IOPS</a:t>
                      </a: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6"/>
                  </a:ext>
                </a:extLst>
              </a:tr>
              <a:tr h="320040">
                <a:tc>
                  <a:txBody>
                    <a:bodyPr/>
                    <a:lstStyle/>
                    <a:p>
                      <a:pPr marL="0" indent="0">
                        <a:lnSpc>
                          <a:spcPct val="150000"/>
                        </a:lnSpc>
                        <a:buNone/>
                      </a:pPr>
                      <a:r>
                        <a:rPr lang="zh-CN" sz="1000">
                          <a:solidFill>
                            <a:srgbClr val="000000"/>
                          </a:solidFill>
                          <a:latin typeface="微软雅黑" charset="0"/>
                          <a:ea typeface="微软雅黑" charset="0"/>
                        </a:rPr>
                        <a:t>数据流动性能</a:t>
                      </a:r>
                      <a:endParaRPr lang="zh-CN" altLang="en-US" sz="1000">
                        <a:solidFill>
                          <a:srgbClr val="000000"/>
                        </a:solidFill>
                        <a:latin typeface="微软雅黑" charset="0"/>
                        <a:ea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chemeClr val="bg1"/>
                    </a:solidFill>
                  </a:tcPr>
                </a:tc>
                <a:tc>
                  <a:txBody>
                    <a:bodyPr/>
                    <a:lstStyle/>
                    <a:p>
                      <a:pPr marL="0" indent="0">
                        <a:lnSpc>
                          <a:spcPct val="150000"/>
                        </a:lnSpc>
                        <a:buNone/>
                      </a:pPr>
                      <a:r>
                        <a:rPr lang="zh-CN" sz="1000">
                          <a:solidFill>
                            <a:srgbClr val="000000"/>
                          </a:solidFill>
                          <a:latin typeface="微软雅黑" charset="0"/>
                          <a:ea typeface="微软雅黑" charset="0"/>
                        </a:rPr>
                        <a:t>吞吐</a:t>
                      </a:r>
                      <a:endParaRPr lang="zh-CN" altLang="en-US" sz="1000">
                        <a:solidFill>
                          <a:srgbClr val="000000"/>
                        </a:solidFill>
                        <a:latin typeface="微软雅黑" charset="0"/>
                        <a:ea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chemeClr val="bg1"/>
                    </a:solidFill>
                  </a:tcPr>
                </a:tc>
                <a:tc>
                  <a:txBody>
                    <a:bodyPr/>
                    <a:lstStyle/>
                    <a:p>
                      <a:pPr marL="0" algn="l">
                        <a:lnSpc>
                          <a:spcPct val="150000"/>
                        </a:lnSpc>
                        <a:buSzTx/>
                        <a:buNone/>
                      </a:pPr>
                      <a:r>
                        <a:rPr lang="zh-CN" sz="1000">
                          <a:solidFill>
                            <a:srgbClr val="000000"/>
                          </a:solidFill>
                          <a:latin typeface="微软雅黑" charset="0"/>
                          <a:ea typeface="微软雅黑" charset="0"/>
                        </a:rPr>
                        <a:t>文件存储与 TOS 桶之间的流动带宽默认为文件系统实例带宽的 30%，业务</a:t>
                      </a:r>
                      <a:r>
                        <a:rPr lang="en-US" altLang="zh-CN" sz="1000">
                          <a:solidFill>
                            <a:srgbClr val="000000"/>
                          </a:solidFill>
                          <a:latin typeface="微软雅黑" charset="0"/>
                          <a:ea typeface="微软雅黑" charset="0"/>
                        </a:rPr>
                        <a:t> IO </a:t>
                      </a:r>
                      <a:r>
                        <a:rPr lang="zh-CN" altLang="en-US" sz="1000">
                          <a:solidFill>
                            <a:srgbClr val="000000"/>
                          </a:solidFill>
                          <a:latin typeface="微软雅黑" charset="0"/>
                          <a:ea typeface="微软雅黑" charset="0"/>
                        </a:rPr>
                        <a:t>与数据流动</a:t>
                      </a:r>
                      <a:r>
                        <a:rPr lang="en-US" altLang="zh-CN" sz="1000">
                          <a:solidFill>
                            <a:srgbClr val="000000"/>
                          </a:solidFill>
                          <a:latin typeface="微软雅黑" charset="0"/>
                          <a:ea typeface="微软雅黑" charset="0"/>
                        </a:rPr>
                        <a:t> IO </a:t>
                      </a:r>
                      <a:r>
                        <a:rPr lang="zh-CN" altLang="en-US" sz="1000">
                          <a:solidFill>
                            <a:srgbClr val="000000"/>
                          </a:solidFill>
                          <a:latin typeface="微软雅黑" charset="0"/>
                          <a:ea typeface="微软雅黑" charset="0"/>
                        </a:rPr>
                        <a:t>可共享</a:t>
                      </a: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7"/>
                  </a:ext>
                </a:extLst>
              </a:tr>
              <a:tr h="320040">
                <a:tc rowSpan="2">
                  <a:txBody>
                    <a:bodyPr/>
                    <a:lstStyle/>
                    <a:p>
                      <a:pPr marL="0" indent="0">
                        <a:lnSpc>
                          <a:spcPct val="150000"/>
                        </a:lnSpc>
                        <a:buNone/>
                      </a:pPr>
                      <a:r>
                        <a:rPr lang="zh-CN" sz="1000">
                          <a:solidFill>
                            <a:srgbClr val="000000"/>
                          </a:solidFill>
                          <a:latin typeface="微软雅黑" charset="0"/>
                          <a:ea typeface="微软雅黑" charset="0"/>
                        </a:rPr>
                        <a:t>时延</a:t>
                      </a:r>
                      <a:endParaRPr lang="zh-CN" altLang="en-US" sz="1000">
                        <a:solidFill>
                          <a:srgbClr val="000000"/>
                        </a:solidFill>
                        <a:latin typeface="微软雅黑" charset="0"/>
                        <a:ea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chemeClr val="bg1"/>
                    </a:solidFill>
                  </a:tcPr>
                </a:tc>
                <a:tc>
                  <a:txBody>
                    <a:bodyPr/>
                    <a:lstStyle/>
                    <a:p>
                      <a:pPr marL="0" indent="0">
                        <a:lnSpc>
                          <a:spcPct val="150000"/>
                        </a:lnSpc>
                        <a:buNone/>
                      </a:pPr>
                      <a:r>
                        <a:rPr lang="zh-CN" sz="1000">
                          <a:solidFill>
                            <a:srgbClr val="000000"/>
                          </a:solidFill>
                          <a:latin typeface="微软雅黑" charset="0"/>
                          <a:ea typeface="微软雅黑" charset="0"/>
                          <a:cs typeface="微软雅黑" charset="0"/>
                        </a:rPr>
                        <a:t>读 4KiB 数据块平均值</a:t>
                      </a:r>
                      <a:endParaRPr lang="zh-CN" altLang="en-US" sz="1000">
                        <a:solidFill>
                          <a:srgbClr val="000000"/>
                        </a:solidFill>
                        <a:latin typeface="微软雅黑" charset="0"/>
                        <a:ea typeface="微软雅黑" charset="0"/>
                        <a:cs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chemeClr val="bg1"/>
                    </a:solidFill>
                  </a:tcPr>
                </a:tc>
                <a:tc>
                  <a:txBody>
                    <a:bodyPr/>
                    <a:lstStyle/>
                    <a:p>
                      <a:pPr marL="0" algn="l">
                        <a:lnSpc>
                          <a:spcPct val="150000"/>
                        </a:lnSpc>
                        <a:buSzTx/>
                        <a:buNone/>
                      </a:pPr>
                      <a:r>
                        <a:rPr lang="zh-CN" sz="1000">
                          <a:solidFill>
                            <a:srgbClr val="000000"/>
                          </a:solidFill>
                          <a:latin typeface="微软雅黑" charset="0"/>
                          <a:ea typeface="微软雅黑" charset="0"/>
                        </a:rPr>
                        <a:t>亚毫秒</a:t>
                      </a: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8"/>
                  </a:ext>
                </a:extLst>
              </a:tr>
              <a:tr h="320040">
                <a:tc vMerge="1">
                  <a:txBody>
                    <a:bodyPr/>
                    <a:lstStyle/>
                    <a:p>
                      <a:endParaRPr lang="en-CN"/>
                    </a:p>
                  </a:txBody>
                  <a:tcPr>
                    <a:lnL w="6350">
                      <a:solidFill>
                        <a:schemeClr val="tx1"/>
                      </a:solidFill>
                      <a:prstDash val="solid"/>
                    </a:lnL>
                    <a:lnR w="6350">
                      <a:solidFill>
                        <a:schemeClr val="tx1"/>
                      </a:solidFill>
                      <a:prstDash val="solid"/>
                    </a:lnR>
                    <a:lnB w="6350">
                      <a:solidFill>
                        <a:schemeClr val="tx1"/>
                      </a:solidFill>
                      <a:prstDash val="solid"/>
                    </a:lnB>
                  </a:tcPr>
                </a:tc>
                <a:tc>
                  <a:txBody>
                    <a:bodyPr/>
                    <a:lstStyle/>
                    <a:p>
                      <a:pPr marL="0" indent="0">
                        <a:lnSpc>
                          <a:spcPct val="150000"/>
                        </a:lnSpc>
                        <a:buNone/>
                      </a:pPr>
                      <a:r>
                        <a:rPr lang="zh-CN" sz="1000">
                          <a:solidFill>
                            <a:srgbClr val="000000"/>
                          </a:solidFill>
                          <a:latin typeface="微软雅黑" charset="0"/>
                          <a:ea typeface="微软雅黑" charset="0"/>
                          <a:cs typeface="微软雅黑" charset="0"/>
                        </a:rPr>
                        <a:t>写 4KiB 数据块平均值</a:t>
                      </a:r>
                      <a:endParaRPr lang="zh-CN" altLang="en-US" sz="1000">
                        <a:solidFill>
                          <a:srgbClr val="000000"/>
                        </a:solidFill>
                        <a:latin typeface="微软雅黑" charset="0"/>
                        <a:ea typeface="微软雅黑" charset="0"/>
                        <a:cs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chemeClr val="bg1"/>
                    </a:solidFill>
                  </a:tcPr>
                </a:tc>
                <a:tc>
                  <a:txBody>
                    <a:bodyPr/>
                    <a:lstStyle/>
                    <a:p>
                      <a:pPr marL="0" algn="l">
                        <a:lnSpc>
                          <a:spcPct val="150000"/>
                        </a:lnSpc>
                        <a:buSzTx/>
                        <a:buNone/>
                      </a:pPr>
                      <a:r>
                        <a:rPr lang="zh-CN" sz="1000">
                          <a:solidFill>
                            <a:srgbClr val="000000"/>
                          </a:solidFill>
                          <a:latin typeface="微软雅黑" charset="0"/>
                          <a:ea typeface="微软雅黑" charset="0"/>
                        </a:rPr>
                        <a:t>亚毫秒</a:t>
                      </a: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9"/>
                  </a:ext>
                </a:extLst>
              </a:tr>
              <a:tr h="320040">
                <a:tc rowSpan="5">
                  <a:txBody>
                    <a:bodyPr/>
                    <a:lstStyle/>
                    <a:p>
                      <a:pPr marL="0" indent="0">
                        <a:lnSpc>
                          <a:spcPct val="150000"/>
                        </a:lnSpc>
                        <a:buNone/>
                      </a:pPr>
                      <a:r>
                        <a:rPr lang="zh-CN" sz="1000">
                          <a:solidFill>
                            <a:srgbClr val="000000"/>
                          </a:solidFill>
                          <a:latin typeface="微软雅黑" charset="0"/>
                          <a:ea typeface="微软雅黑" charset="0"/>
                        </a:rPr>
                        <a:t>容量</a:t>
                      </a:r>
                      <a:endParaRPr lang="zh-CN" altLang="en-US" sz="1000">
                        <a:solidFill>
                          <a:srgbClr val="000000"/>
                        </a:solidFill>
                        <a:latin typeface="微软雅黑" charset="0"/>
                        <a:ea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chemeClr val="bg1"/>
                    </a:solidFill>
                  </a:tcPr>
                </a:tc>
                <a:tc>
                  <a:txBody>
                    <a:bodyPr/>
                    <a:lstStyle/>
                    <a:p>
                      <a:pPr marL="0" indent="0">
                        <a:lnSpc>
                          <a:spcPct val="150000"/>
                        </a:lnSpc>
                        <a:buNone/>
                      </a:pPr>
                      <a:r>
                        <a:rPr lang="zh-CN" sz="1000">
                          <a:solidFill>
                            <a:srgbClr val="000000"/>
                          </a:solidFill>
                          <a:latin typeface="微软雅黑" charset="0"/>
                          <a:ea typeface="微软雅黑" charset="0"/>
                        </a:rPr>
                        <a:t>起配容量</a:t>
                      </a:r>
                      <a:endParaRPr lang="zh-CN" altLang="en-US" sz="1000">
                        <a:solidFill>
                          <a:srgbClr val="000000"/>
                        </a:solidFill>
                        <a:latin typeface="微软雅黑" charset="0"/>
                        <a:ea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chemeClr val="bg1"/>
                    </a:solidFill>
                  </a:tcPr>
                </a:tc>
                <a:tc>
                  <a:txBody>
                    <a:bodyPr/>
                    <a:lstStyle/>
                    <a:p>
                      <a:pPr marL="0" algn="l">
                        <a:lnSpc>
                          <a:spcPct val="150000"/>
                        </a:lnSpc>
                        <a:buSzTx/>
                        <a:buNone/>
                      </a:pPr>
                      <a:r>
                        <a:rPr lang="zh-CN" sz="1000">
                          <a:solidFill>
                            <a:srgbClr val="000000"/>
                          </a:solidFill>
                          <a:latin typeface="微软雅黑" charset="0"/>
                          <a:ea typeface="微软雅黑" charset="0"/>
                        </a:rPr>
                        <a:t>0</a:t>
                      </a: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10"/>
                  </a:ext>
                </a:extLst>
              </a:tr>
              <a:tr h="320040">
                <a:tc vMerge="1">
                  <a:txBody>
                    <a:bodyPr/>
                    <a:lstStyle/>
                    <a:p>
                      <a:endParaRPr lang="en-CN"/>
                    </a:p>
                  </a:txBody>
                  <a:tcPr>
                    <a:lnL w="6350">
                      <a:solidFill>
                        <a:schemeClr val="tx1"/>
                      </a:solidFill>
                      <a:prstDash val="solid"/>
                    </a:lnL>
                    <a:lnR w="6350">
                      <a:solidFill>
                        <a:schemeClr val="tx1"/>
                      </a:solidFill>
                      <a:prstDash val="solid"/>
                    </a:lnR>
                  </a:tcPr>
                </a:tc>
                <a:tc>
                  <a:txBody>
                    <a:bodyPr/>
                    <a:lstStyle/>
                    <a:p>
                      <a:pPr marL="0" indent="0">
                        <a:lnSpc>
                          <a:spcPct val="150000"/>
                        </a:lnSpc>
                        <a:buNone/>
                      </a:pPr>
                      <a:r>
                        <a:rPr lang="zh-CN" sz="1000">
                          <a:solidFill>
                            <a:srgbClr val="000000"/>
                          </a:solidFill>
                          <a:latin typeface="微软雅黑" charset="0"/>
                          <a:ea typeface="微软雅黑" charset="0"/>
                        </a:rPr>
                        <a:t>容量上限</a:t>
                      </a:r>
                      <a:endParaRPr lang="zh-CN" altLang="en-US" sz="1000">
                        <a:solidFill>
                          <a:srgbClr val="000000"/>
                        </a:solidFill>
                        <a:latin typeface="微软雅黑" charset="0"/>
                        <a:ea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chemeClr val="bg1"/>
                    </a:solidFill>
                  </a:tcPr>
                </a:tc>
                <a:tc>
                  <a:txBody>
                    <a:bodyPr/>
                    <a:lstStyle/>
                    <a:p>
                      <a:pPr marL="0" algn="l">
                        <a:lnSpc>
                          <a:spcPct val="150000"/>
                        </a:lnSpc>
                        <a:buSzTx/>
                        <a:buNone/>
                      </a:pPr>
                      <a:r>
                        <a:rPr lang="zh-CN" sz="1000">
                          <a:solidFill>
                            <a:srgbClr val="000000"/>
                          </a:solidFill>
                          <a:latin typeface="微软雅黑" charset="0"/>
                          <a:ea typeface="微软雅黑" charset="0"/>
                        </a:rPr>
                        <a:t>10PiB</a:t>
                      </a: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11"/>
                  </a:ext>
                </a:extLst>
              </a:tr>
              <a:tr h="320040">
                <a:tc vMerge="1">
                  <a:txBody>
                    <a:bodyPr/>
                    <a:lstStyle/>
                    <a:p>
                      <a:endParaRPr lang="en-CN"/>
                    </a:p>
                  </a:txBody>
                  <a:tcPr>
                    <a:lnL w="6350">
                      <a:solidFill>
                        <a:schemeClr val="tx1"/>
                      </a:solidFill>
                      <a:prstDash val="solid"/>
                    </a:lnL>
                    <a:lnR w="6350">
                      <a:solidFill>
                        <a:schemeClr val="tx1"/>
                      </a:solidFill>
                      <a:prstDash val="solid"/>
                    </a:lnR>
                  </a:tcPr>
                </a:tc>
                <a:tc>
                  <a:txBody>
                    <a:bodyPr/>
                    <a:lstStyle/>
                    <a:p>
                      <a:pPr marL="0" indent="0">
                        <a:lnSpc>
                          <a:spcPct val="150000"/>
                        </a:lnSpc>
                        <a:buNone/>
                      </a:pPr>
                      <a:r>
                        <a:rPr lang="zh-CN" sz="1000">
                          <a:solidFill>
                            <a:srgbClr val="000000"/>
                          </a:solidFill>
                          <a:latin typeface="微软雅黑" charset="0"/>
                          <a:ea typeface="微软雅黑" charset="0"/>
                        </a:rPr>
                        <a:t>扩容步长</a:t>
                      </a:r>
                      <a:endParaRPr lang="zh-CN" altLang="en-US" sz="1000">
                        <a:solidFill>
                          <a:srgbClr val="000000"/>
                        </a:solidFill>
                        <a:latin typeface="微软雅黑" charset="0"/>
                        <a:ea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chemeClr val="bg1"/>
                    </a:solidFill>
                  </a:tcPr>
                </a:tc>
                <a:tc>
                  <a:txBody>
                    <a:bodyPr/>
                    <a:lstStyle/>
                    <a:p>
                      <a:pPr marL="0" algn="l">
                        <a:lnSpc>
                          <a:spcPct val="150000"/>
                        </a:lnSpc>
                        <a:buSzTx/>
                        <a:buNone/>
                      </a:pPr>
                      <a:r>
                        <a:rPr lang="zh-CN" sz="1000">
                          <a:solidFill>
                            <a:srgbClr val="000000"/>
                          </a:solidFill>
                          <a:latin typeface="微软雅黑" charset="0"/>
                          <a:ea typeface="微软雅黑" charset="0"/>
                        </a:rPr>
                        <a:t>4KiB</a:t>
                      </a: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12"/>
                  </a:ext>
                </a:extLst>
              </a:tr>
              <a:tr h="320040">
                <a:tc vMerge="1">
                  <a:txBody>
                    <a:bodyPr/>
                    <a:lstStyle/>
                    <a:p>
                      <a:endParaRPr lang="en-CN"/>
                    </a:p>
                  </a:txBody>
                  <a:tcPr>
                    <a:lnL w="6350">
                      <a:solidFill>
                        <a:schemeClr val="tx1"/>
                      </a:solidFill>
                      <a:prstDash val="solid"/>
                    </a:lnL>
                    <a:lnR w="6350">
                      <a:solidFill>
                        <a:schemeClr val="tx1"/>
                      </a:solidFill>
                      <a:prstDash val="solid"/>
                    </a:lnR>
                  </a:tcPr>
                </a:tc>
                <a:tc>
                  <a:txBody>
                    <a:bodyPr/>
                    <a:lstStyle/>
                    <a:p>
                      <a:pPr marL="0" indent="0">
                        <a:lnSpc>
                          <a:spcPct val="150000"/>
                        </a:lnSpc>
                        <a:buNone/>
                      </a:pPr>
                      <a:r>
                        <a:rPr lang="zh-CN" sz="1000">
                          <a:solidFill>
                            <a:srgbClr val="000000"/>
                          </a:solidFill>
                          <a:latin typeface="微软雅黑" charset="0"/>
                          <a:ea typeface="微软雅黑" charset="0"/>
                        </a:rPr>
                        <a:t>扩容方式</a:t>
                      </a:r>
                      <a:endParaRPr lang="zh-CN" altLang="en-US" sz="1000">
                        <a:solidFill>
                          <a:srgbClr val="000000"/>
                        </a:solidFill>
                        <a:latin typeface="微软雅黑" charset="0"/>
                        <a:ea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chemeClr val="bg1"/>
                    </a:solidFill>
                  </a:tcPr>
                </a:tc>
                <a:tc>
                  <a:txBody>
                    <a:bodyPr/>
                    <a:lstStyle/>
                    <a:p>
                      <a:pPr marL="0" algn="l">
                        <a:lnSpc>
                          <a:spcPct val="150000"/>
                        </a:lnSpc>
                        <a:buSzTx/>
                        <a:buNone/>
                      </a:pPr>
                      <a:r>
                        <a:rPr lang="zh-CN" sz="1000">
                          <a:solidFill>
                            <a:srgbClr val="000000"/>
                          </a:solidFill>
                          <a:latin typeface="微软雅黑" charset="0"/>
                          <a:ea typeface="微软雅黑" charset="0"/>
                        </a:rPr>
                        <a:t>自动扩容</a:t>
                      </a: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13"/>
                  </a:ext>
                </a:extLst>
              </a:tr>
              <a:tr h="320040">
                <a:tc vMerge="1">
                  <a:txBody>
                    <a:bodyPr/>
                    <a:lstStyle/>
                    <a:p>
                      <a:endParaRPr lang="en-CN"/>
                    </a:p>
                  </a:txBody>
                  <a:tcPr>
                    <a:lnL w="6350">
                      <a:solidFill>
                        <a:schemeClr val="tx1"/>
                      </a:solidFill>
                      <a:prstDash val="solid"/>
                    </a:lnL>
                    <a:lnR w="6350">
                      <a:solidFill>
                        <a:schemeClr val="tx1"/>
                      </a:solidFill>
                      <a:prstDash val="solid"/>
                    </a:lnR>
                    <a:lnB w="6350">
                      <a:solidFill>
                        <a:schemeClr val="tx1"/>
                      </a:solidFill>
                      <a:prstDash val="solid"/>
                    </a:lnB>
                  </a:tcPr>
                </a:tc>
                <a:tc>
                  <a:txBody>
                    <a:bodyPr/>
                    <a:lstStyle/>
                    <a:p>
                      <a:pPr marL="0" indent="0">
                        <a:lnSpc>
                          <a:spcPct val="150000"/>
                        </a:lnSpc>
                        <a:buNone/>
                      </a:pPr>
                      <a:r>
                        <a:rPr lang="zh-CN" sz="1000">
                          <a:solidFill>
                            <a:srgbClr val="000000"/>
                          </a:solidFill>
                          <a:latin typeface="微软雅黑" charset="0"/>
                          <a:ea typeface="微软雅黑" charset="0"/>
                          <a:cs typeface="微软雅黑" charset="0"/>
                        </a:rPr>
                        <a:t>inode 数量</a:t>
                      </a:r>
                      <a:endParaRPr lang="zh-CN" altLang="en-US" sz="1000">
                        <a:solidFill>
                          <a:srgbClr val="000000"/>
                        </a:solidFill>
                        <a:latin typeface="微软雅黑" charset="0"/>
                        <a:ea typeface="微软雅黑" charset="0"/>
                        <a:cs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chemeClr val="bg1"/>
                    </a:solidFill>
                  </a:tcPr>
                </a:tc>
                <a:tc>
                  <a:txBody>
                    <a:bodyPr/>
                    <a:lstStyle/>
                    <a:p>
                      <a:pPr marL="0" algn="l">
                        <a:lnSpc>
                          <a:spcPct val="150000"/>
                        </a:lnSpc>
                        <a:buSzTx/>
                        <a:buNone/>
                      </a:pPr>
                      <a:r>
                        <a:rPr lang="zh-CN" sz="1000">
                          <a:solidFill>
                            <a:srgbClr val="000000"/>
                          </a:solidFill>
                          <a:latin typeface="微软雅黑" charset="0"/>
                          <a:ea typeface="微软雅黑" charset="0"/>
                        </a:rPr>
                        <a:t>0～10 亿</a:t>
                      </a: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14"/>
                  </a:ext>
                </a:extLst>
              </a:tr>
            </a:tbl>
          </a:graphicData>
        </a:graphic>
      </p:graphicFrame>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44"/>
          </p:nvPr>
        </p:nvSpPr>
        <p:spPr>
          <a:xfrm>
            <a:off x="482600" y="386080"/>
            <a:ext cx="4648200" cy="498475"/>
          </a:xfrm>
        </p:spPr>
        <p:txBody>
          <a:bodyPr/>
          <a:lstStyle/>
          <a:p>
            <a:r>
              <a:rPr lang="zh-CN" altLang="en-US"/>
              <a:t>按需配置性能</a:t>
            </a:r>
          </a:p>
        </p:txBody>
      </p:sp>
      <p:sp>
        <p:nvSpPr>
          <p:cNvPr id="32" name="矩形 31"/>
          <p:cNvSpPr/>
          <p:nvPr>
            <p:custDataLst>
              <p:tags r:id="rId1"/>
            </p:custDataLst>
          </p:nvPr>
        </p:nvSpPr>
        <p:spPr>
          <a:xfrm>
            <a:off x="4715510" y="975360"/>
            <a:ext cx="1290955" cy="5194300"/>
          </a:xfrm>
          <a:prstGeom prst="rect">
            <a:avLst/>
          </a:prstGeom>
          <a:solidFill>
            <a:schemeClr val="bg1"/>
          </a:solidFill>
          <a:ln w="12700">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algn="ctr"/>
            <a:r>
              <a:rPr lang="zh-CN" altLang="en-US" sz="800">
                <a:solidFill>
                  <a:schemeClr val="tx1"/>
                </a:solidFill>
                <a:latin typeface="微软雅黑" charset="0"/>
                <a:ea typeface="微软雅黑" charset="0"/>
              </a:rPr>
              <a:t>按性能付费部分</a:t>
            </a:r>
          </a:p>
        </p:txBody>
      </p:sp>
      <p:sp>
        <p:nvSpPr>
          <p:cNvPr id="36" name="矩形 35"/>
          <p:cNvSpPr/>
          <p:nvPr>
            <p:custDataLst>
              <p:tags r:id="rId2"/>
            </p:custDataLst>
          </p:nvPr>
        </p:nvSpPr>
        <p:spPr>
          <a:xfrm>
            <a:off x="2866390" y="3140710"/>
            <a:ext cx="1652270" cy="3028315"/>
          </a:xfrm>
          <a:prstGeom prst="rect">
            <a:avLst/>
          </a:prstGeom>
          <a:solidFill>
            <a:schemeClr val="bg1"/>
          </a:solidFill>
          <a:ln w="12700">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algn="ctr"/>
            <a:r>
              <a:rPr lang="zh-CN" altLang="en-US" sz="800">
                <a:solidFill>
                  <a:schemeClr val="tx1"/>
                </a:solidFill>
                <a:latin typeface="微软雅黑" charset="0"/>
                <a:ea typeface="微软雅黑" charset="0"/>
              </a:rPr>
              <a:t>按容量付费部分</a:t>
            </a:r>
          </a:p>
        </p:txBody>
      </p:sp>
      <p:sp>
        <p:nvSpPr>
          <p:cNvPr id="37" name="矩形 36"/>
          <p:cNvSpPr/>
          <p:nvPr>
            <p:custDataLst>
              <p:tags r:id="rId3"/>
            </p:custDataLst>
          </p:nvPr>
        </p:nvSpPr>
        <p:spPr>
          <a:xfrm>
            <a:off x="2971800" y="3659505"/>
            <a:ext cx="682625" cy="2466975"/>
          </a:xfrm>
          <a:prstGeom prst="rect">
            <a:avLst/>
          </a:prstGeom>
          <a:solidFill>
            <a:srgbClr val="1664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700">
                <a:latin typeface="微软雅黑" charset="0"/>
                <a:ea typeface="微软雅黑" charset="0"/>
                <a:cs typeface="微软雅黑" charset="0"/>
              </a:rPr>
              <a:t>10TiB</a:t>
            </a:r>
          </a:p>
          <a:p>
            <a:pPr algn="ctr"/>
            <a:r>
              <a:rPr lang="zh-CN" altLang="en-US" sz="700">
                <a:latin typeface="微软雅黑" charset="0"/>
                <a:ea typeface="微软雅黑" charset="0"/>
                <a:cs typeface="微软雅黑" charset="0"/>
              </a:rPr>
              <a:t>已用</a:t>
            </a:r>
          </a:p>
          <a:p>
            <a:pPr algn="ctr"/>
            <a:r>
              <a:rPr lang="zh-CN" altLang="en-US" sz="700">
                <a:latin typeface="微软雅黑" charset="0"/>
                <a:ea typeface="微软雅黑" charset="0"/>
                <a:cs typeface="微软雅黑" charset="0"/>
              </a:rPr>
              <a:t>存储容量</a:t>
            </a:r>
          </a:p>
        </p:txBody>
      </p:sp>
      <p:sp>
        <p:nvSpPr>
          <p:cNvPr id="38" name="矩形 37"/>
          <p:cNvSpPr/>
          <p:nvPr>
            <p:custDataLst>
              <p:tags r:id="rId4"/>
            </p:custDataLst>
          </p:nvPr>
        </p:nvSpPr>
        <p:spPr>
          <a:xfrm>
            <a:off x="3717290" y="3669030"/>
            <a:ext cx="682625" cy="1591310"/>
          </a:xfrm>
          <a:prstGeom prst="rect">
            <a:avLst/>
          </a:prstGeom>
          <a:solidFill>
            <a:srgbClr val="00B05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700">
                <a:latin typeface="微软雅黑" charset="0"/>
                <a:ea typeface="微软雅黑" charset="0"/>
                <a:cs typeface="微软雅黑" charset="0"/>
              </a:rPr>
              <a:t>1024MB/s</a:t>
            </a:r>
          </a:p>
          <a:p>
            <a:pPr algn="ctr"/>
            <a:r>
              <a:rPr lang="zh-CN" altLang="en-US" sz="700">
                <a:latin typeface="微软雅黑" charset="0"/>
                <a:ea typeface="微软雅黑" charset="0"/>
                <a:cs typeface="微软雅黑" charset="0"/>
              </a:rPr>
              <a:t>基线带宽</a:t>
            </a:r>
          </a:p>
        </p:txBody>
      </p:sp>
      <p:sp>
        <p:nvSpPr>
          <p:cNvPr id="39" name="矩形 38"/>
          <p:cNvSpPr/>
          <p:nvPr>
            <p:custDataLst>
              <p:tags r:id="rId5"/>
            </p:custDataLst>
          </p:nvPr>
        </p:nvSpPr>
        <p:spPr>
          <a:xfrm>
            <a:off x="3717290" y="5260340"/>
            <a:ext cx="682625" cy="866140"/>
          </a:xfrm>
          <a:prstGeom prst="rect">
            <a:avLst/>
          </a:prstGeom>
          <a:solidFill>
            <a:srgbClr val="92D05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700">
                <a:latin typeface="微软雅黑" charset="0"/>
                <a:ea typeface="微软雅黑" charset="0"/>
                <a:cs typeface="微软雅黑" charset="0"/>
              </a:rPr>
              <a:t>600MB/s</a:t>
            </a:r>
          </a:p>
          <a:p>
            <a:pPr algn="ctr"/>
            <a:r>
              <a:rPr lang="zh-CN" altLang="en-US" sz="700">
                <a:latin typeface="微软雅黑" charset="0"/>
                <a:ea typeface="微软雅黑" charset="0"/>
                <a:cs typeface="微软雅黑" charset="0"/>
              </a:rPr>
              <a:t>起配带宽</a:t>
            </a:r>
          </a:p>
        </p:txBody>
      </p:sp>
      <p:sp>
        <p:nvSpPr>
          <p:cNvPr id="40" name="矩形 39"/>
          <p:cNvSpPr/>
          <p:nvPr>
            <p:custDataLst>
              <p:tags r:id="rId6"/>
            </p:custDataLst>
          </p:nvPr>
        </p:nvSpPr>
        <p:spPr>
          <a:xfrm>
            <a:off x="5019675" y="1316355"/>
            <a:ext cx="683260" cy="4810125"/>
          </a:xfrm>
          <a:prstGeom prst="rect">
            <a:avLst/>
          </a:prstGeom>
          <a:solidFill>
            <a:srgbClr val="00B0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algn="l"/>
            <a:r>
              <a:rPr lang="en-US" altLang="zh-CN" sz="700">
                <a:solidFill>
                  <a:schemeClr val="bg1"/>
                </a:solidFill>
                <a:latin typeface="微软雅黑" charset="0"/>
                <a:ea typeface="微软雅黑" charset="0"/>
                <a:cs typeface="微软雅黑" charset="0"/>
                <a:sym typeface="+mn-ea"/>
              </a:rPr>
              <a:t>3GB/s</a:t>
            </a:r>
          </a:p>
          <a:p>
            <a:pPr algn="l"/>
            <a:r>
              <a:rPr lang="zh-CN" altLang="en-US" sz="700">
                <a:solidFill>
                  <a:schemeClr val="bg1"/>
                </a:solidFill>
                <a:latin typeface="微软雅黑" charset="0"/>
                <a:ea typeface="微软雅黑" charset="0"/>
                <a:cs typeface="微软雅黑" charset="0"/>
                <a:sym typeface="+mn-ea"/>
              </a:rPr>
              <a:t>预配置</a:t>
            </a:r>
          </a:p>
          <a:p>
            <a:pPr algn="l"/>
            <a:r>
              <a:rPr lang="zh-CN" altLang="en-US" sz="700">
                <a:solidFill>
                  <a:schemeClr val="bg1"/>
                </a:solidFill>
                <a:latin typeface="微软雅黑" charset="0"/>
                <a:ea typeface="微软雅黑" charset="0"/>
                <a:cs typeface="微软雅黑" charset="0"/>
                <a:sym typeface="+mn-ea"/>
              </a:rPr>
              <a:t>带宽</a:t>
            </a:r>
          </a:p>
        </p:txBody>
      </p:sp>
      <p:sp>
        <p:nvSpPr>
          <p:cNvPr id="44" name="文本框 43"/>
          <p:cNvSpPr txBox="1"/>
          <p:nvPr>
            <p:custDataLst>
              <p:tags r:id="rId7"/>
            </p:custDataLst>
          </p:nvPr>
        </p:nvSpPr>
        <p:spPr>
          <a:xfrm>
            <a:off x="2958465" y="3445510"/>
            <a:ext cx="682625" cy="198755"/>
          </a:xfrm>
          <a:prstGeom prst="rect">
            <a:avLst/>
          </a:prstGeom>
          <a:noFill/>
        </p:spPr>
        <p:txBody>
          <a:bodyPr wrap="square" rtlCol="0">
            <a:spAutoFit/>
          </a:bodyPr>
          <a:lstStyle/>
          <a:p>
            <a:pPr algn="ctr"/>
            <a:r>
              <a:rPr lang="zh-CN" altLang="en-US" sz="700">
                <a:latin typeface="微软雅黑" charset="0"/>
                <a:ea typeface="微软雅黑" charset="0"/>
              </a:rPr>
              <a:t>空间</a:t>
            </a:r>
          </a:p>
        </p:txBody>
      </p:sp>
      <p:sp>
        <p:nvSpPr>
          <p:cNvPr id="45" name="文本框 44"/>
          <p:cNvSpPr txBox="1"/>
          <p:nvPr>
            <p:custDataLst>
              <p:tags r:id="rId8"/>
            </p:custDataLst>
          </p:nvPr>
        </p:nvSpPr>
        <p:spPr>
          <a:xfrm>
            <a:off x="3717290" y="3448685"/>
            <a:ext cx="682625" cy="198755"/>
          </a:xfrm>
          <a:prstGeom prst="rect">
            <a:avLst/>
          </a:prstGeom>
          <a:noFill/>
        </p:spPr>
        <p:txBody>
          <a:bodyPr wrap="square" rtlCol="0">
            <a:spAutoFit/>
          </a:bodyPr>
          <a:lstStyle/>
          <a:p>
            <a:pPr algn="ctr"/>
            <a:r>
              <a:rPr lang="zh-CN" altLang="en-US" sz="700">
                <a:latin typeface="微软雅黑" charset="0"/>
                <a:ea typeface="微软雅黑" charset="0"/>
              </a:rPr>
              <a:t>性能</a:t>
            </a:r>
          </a:p>
        </p:txBody>
      </p:sp>
      <p:cxnSp>
        <p:nvCxnSpPr>
          <p:cNvPr id="8" name="直接箭头连接符 7"/>
          <p:cNvCxnSpPr/>
          <p:nvPr>
            <p:custDataLst>
              <p:tags r:id="rId9"/>
            </p:custDataLst>
          </p:nvPr>
        </p:nvCxnSpPr>
        <p:spPr>
          <a:xfrm>
            <a:off x="5600700" y="1308100"/>
            <a:ext cx="0" cy="2342515"/>
          </a:xfrm>
          <a:prstGeom prst="straightConnector1">
            <a:avLst/>
          </a:prstGeom>
          <a:ln w="3175" cap="flat" cmpd="sng" algn="ctr">
            <a:solidFill>
              <a:schemeClr val="tx1"/>
            </a:solidFill>
            <a:prstDash val="dash"/>
            <a:miter lim="800000"/>
            <a:headEnd type="arrow" w="med" len="med"/>
            <a:tailEnd type="arrow" w="med" len="med"/>
          </a:ln>
        </p:spPr>
        <p:style>
          <a:lnRef idx="0">
            <a:schemeClr val="accent1"/>
          </a:lnRef>
          <a:fillRef idx="0">
            <a:srgbClr val="FFFFFF"/>
          </a:fillRef>
          <a:effectRef idx="0">
            <a:srgbClr val="FFFFFF"/>
          </a:effectRef>
          <a:fontRef idx="minor">
            <a:schemeClr val="tx1"/>
          </a:fontRef>
        </p:style>
      </p:cxnSp>
      <p:sp>
        <p:nvSpPr>
          <p:cNvPr id="9" name="文本框 8"/>
          <p:cNvSpPr txBox="1"/>
          <p:nvPr>
            <p:custDataLst>
              <p:tags r:id="rId10"/>
            </p:custDataLst>
          </p:nvPr>
        </p:nvSpPr>
        <p:spPr>
          <a:xfrm>
            <a:off x="4715510" y="2471420"/>
            <a:ext cx="936625" cy="414020"/>
          </a:xfrm>
          <a:prstGeom prst="rect">
            <a:avLst/>
          </a:prstGeom>
          <a:noFill/>
        </p:spPr>
        <p:txBody>
          <a:bodyPr wrap="square" rtlCol="0">
            <a:spAutoFit/>
          </a:bodyPr>
          <a:lstStyle/>
          <a:p>
            <a:pPr algn="r"/>
            <a:r>
              <a:rPr lang="en-US" altLang="zh-CN" sz="700">
                <a:latin typeface="微软雅黑" charset="0"/>
                <a:ea typeface="微软雅黑" charset="0"/>
                <a:cs typeface="微软雅黑" charset="0"/>
              </a:rPr>
              <a:t>1376MB/s</a:t>
            </a:r>
          </a:p>
          <a:p>
            <a:pPr algn="r"/>
            <a:r>
              <a:rPr lang="zh-CN" altLang="en-US" sz="700">
                <a:latin typeface="微软雅黑" charset="0"/>
                <a:ea typeface="微软雅黑" charset="0"/>
                <a:cs typeface="微软雅黑" charset="0"/>
              </a:rPr>
              <a:t>额外购买带宽</a:t>
            </a:r>
          </a:p>
          <a:p>
            <a:pPr algn="r"/>
            <a:r>
              <a:rPr lang="zh-CN" altLang="en-US" sz="700">
                <a:latin typeface="微软雅黑" charset="0"/>
                <a:ea typeface="微软雅黑" charset="0"/>
                <a:cs typeface="微软雅黑" charset="0"/>
              </a:rPr>
              <a:t>付费部分</a:t>
            </a:r>
          </a:p>
        </p:txBody>
      </p:sp>
      <p:sp>
        <p:nvSpPr>
          <p:cNvPr id="12" name="矩形 11"/>
          <p:cNvSpPr/>
          <p:nvPr>
            <p:custDataLst>
              <p:tags r:id="rId11"/>
            </p:custDataLst>
          </p:nvPr>
        </p:nvSpPr>
        <p:spPr>
          <a:xfrm>
            <a:off x="5020310" y="5260340"/>
            <a:ext cx="682625" cy="866140"/>
          </a:xfrm>
          <a:prstGeom prst="rect">
            <a:avLst/>
          </a:prstGeom>
          <a:solidFill>
            <a:srgbClr val="92D05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700">
                <a:latin typeface="微软雅黑" charset="0"/>
                <a:ea typeface="微软雅黑" charset="0"/>
                <a:cs typeface="微软雅黑" charset="0"/>
              </a:rPr>
              <a:t>600MB/s</a:t>
            </a:r>
          </a:p>
          <a:p>
            <a:pPr algn="ctr"/>
            <a:r>
              <a:rPr lang="zh-CN" altLang="en-US" sz="700">
                <a:latin typeface="微软雅黑" charset="0"/>
                <a:ea typeface="微软雅黑" charset="0"/>
                <a:cs typeface="微软雅黑" charset="0"/>
              </a:rPr>
              <a:t>起配带宽</a:t>
            </a:r>
          </a:p>
          <a:p>
            <a:pPr algn="ctr"/>
            <a:r>
              <a:rPr lang="zh-CN" altLang="en-US" sz="700">
                <a:latin typeface="微软雅黑" charset="0"/>
                <a:ea typeface="微软雅黑" charset="0"/>
                <a:cs typeface="微软雅黑" charset="0"/>
              </a:rPr>
              <a:t>无需付费</a:t>
            </a:r>
          </a:p>
        </p:txBody>
      </p:sp>
      <p:sp>
        <p:nvSpPr>
          <p:cNvPr id="13" name="矩形 12"/>
          <p:cNvSpPr/>
          <p:nvPr>
            <p:custDataLst>
              <p:tags r:id="rId12"/>
            </p:custDataLst>
          </p:nvPr>
        </p:nvSpPr>
        <p:spPr>
          <a:xfrm>
            <a:off x="5020310" y="3671570"/>
            <a:ext cx="682625" cy="1591310"/>
          </a:xfrm>
          <a:prstGeom prst="rect">
            <a:avLst/>
          </a:prstGeom>
          <a:solidFill>
            <a:srgbClr val="00B05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700">
                <a:latin typeface="微软雅黑" charset="0"/>
                <a:ea typeface="微软雅黑" charset="0"/>
                <a:cs typeface="微软雅黑" charset="0"/>
              </a:rPr>
              <a:t>1024MB/s</a:t>
            </a:r>
          </a:p>
          <a:p>
            <a:pPr algn="ctr"/>
            <a:r>
              <a:rPr lang="zh-CN" altLang="en-US" sz="700">
                <a:latin typeface="微软雅黑" charset="0"/>
                <a:ea typeface="微软雅黑" charset="0"/>
                <a:cs typeface="微软雅黑" charset="0"/>
              </a:rPr>
              <a:t>基线带宽</a:t>
            </a:r>
          </a:p>
          <a:p>
            <a:pPr algn="ctr"/>
            <a:r>
              <a:rPr lang="zh-CN" altLang="en-US" sz="700">
                <a:latin typeface="微软雅黑" charset="0"/>
                <a:ea typeface="微软雅黑" charset="0"/>
                <a:cs typeface="微软雅黑" charset="0"/>
              </a:rPr>
              <a:t>无需付费</a:t>
            </a:r>
          </a:p>
        </p:txBody>
      </p:sp>
      <p:cxnSp>
        <p:nvCxnSpPr>
          <p:cNvPr id="42" name="直接箭头连接符 41"/>
          <p:cNvCxnSpPr/>
          <p:nvPr>
            <p:custDataLst>
              <p:tags r:id="rId13"/>
            </p:custDataLst>
          </p:nvPr>
        </p:nvCxnSpPr>
        <p:spPr>
          <a:xfrm>
            <a:off x="5603875" y="3681730"/>
            <a:ext cx="3175" cy="2444750"/>
          </a:xfrm>
          <a:prstGeom prst="straightConnector1">
            <a:avLst/>
          </a:prstGeom>
          <a:ln w="3175" cap="flat" cmpd="sng" algn="ctr">
            <a:solidFill>
              <a:schemeClr val="tx1"/>
            </a:solidFill>
            <a:prstDash val="dash"/>
            <a:miter lim="800000"/>
            <a:headEnd type="arrow" w="med" len="med"/>
            <a:tailEnd type="arrow" w="med" len="med"/>
          </a:ln>
        </p:spPr>
        <p:style>
          <a:lnRef idx="0">
            <a:schemeClr val="accent1"/>
          </a:lnRef>
          <a:fillRef idx="0">
            <a:srgbClr val="FFFFFF"/>
          </a:fillRef>
          <a:effectRef idx="0">
            <a:srgbClr val="FFFFFF"/>
          </a:effectRef>
          <a:fontRef idx="minor">
            <a:schemeClr val="tx1"/>
          </a:fontRef>
        </p:style>
      </p:cxnSp>
      <p:cxnSp>
        <p:nvCxnSpPr>
          <p:cNvPr id="41" name="直接连接符 40"/>
          <p:cNvCxnSpPr/>
          <p:nvPr>
            <p:custDataLst>
              <p:tags r:id="rId14"/>
            </p:custDataLst>
          </p:nvPr>
        </p:nvCxnSpPr>
        <p:spPr>
          <a:xfrm>
            <a:off x="4813935" y="3669030"/>
            <a:ext cx="1124585" cy="0"/>
          </a:xfrm>
          <a:prstGeom prst="line">
            <a:avLst/>
          </a:prstGeom>
          <a:ln w="12700" cap="flat" cmpd="sng" algn="ctr">
            <a:solidFill>
              <a:srgbClr val="C00000"/>
            </a:solidFill>
            <a:prstDash val="dash"/>
            <a:miter lim="800000"/>
          </a:ln>
        </p:spPr>
        <p:style>
          <a:lnRef idx="0">
            <a:schemeClr val="accent1"/>
          </a:lnRef>
          <a:fillRef idx="0">
            <a:srgbClr val="FFFFFF"/>
          </a:fillRef>
          <a:effectRef idx="0">
            <a:srgbClr val="FFFFFF"/>
          </a:effectRef>
          <a:fontRef idx="minor">
            <a:schemeClr val="tx1"/>
          </a:fontRef>
        </p:style>
      </p:cxnSp>
      <p:sp>
        <p:nvSpPr>
          <p:cNvPr id="10" name="矩形 9"/>
          <p:cNvSpPr/>
          <p:nvPr>
            <p:custDataLst>
              <p:tags r:id="rId15"/>
            </p:custDataLst>
          </p:nvPr>
        </p:nvSpPr>
        <p:spPr>
          <a:xfrm>
            <a:off x="438785" y="3739515"/>
            <a:ext cx="1022985" cy="2181225"/>
          </a:xfrm>
          <a:prstGeom prst="rect">
            <a:avLst/>
          </a:prstGeom>
          <a:solidFill>
            <a:srgbClr val="00B0F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algn="ctr"/>
            <a:r>
              <a:rPr lang="zh-CN" altLang="en-US" sz="1200">
                <a:solidFill>
                  <a:schemeClr val="bg1"/>
                </a:solidFill>
                <a:latin typeface="微软雅黑" charset="0"/>
                <a:ea typeface="微软雅黑" charset="0"/>
                <a:cs typeface="微软雅黑" charset="0"/>
                <a:sym typeface="+mn-ea"/>
              </a:rPr>
              <a:t>预配置性能</a:t>
            </a:r>
          </a:p>
        </p:txBody>
      </p:sp>
      <p:cxnSp>
        <p:nvCxnSpPr>
          <p:cNvPr id="11" name="直接连接符 10"/>
          <p:cNvCxnSpPr/>
          <p:nvPr>
            <p:custDataLst>
              <p:tags r:id="rId16"/>
            </p:custDataLst>
          </p:nvPr>
        </p:nvCxnSpPr>
        <p:spPr>
          <a:xfrm>
            <a:off x="438468" y="3648710"/>
            <a:ext cx="1420495" cy="0"/>
          </a:xfrm>
          <a:prstGeom prst="line">
            <a:avLst/>
          </a:prstGeom>
          <a:ln w="12700">
            <a:solidFill>
              <a:schemeClr val="bg1">
                <a:lumMod val="50000"/>
              </a:schemeClr>
            </a:solidFill>
          </a:ln>
        </p:spPr>
        <p:style>
          <a:lnRef idx="3">
            <a:schemeClr val="accent1"/>
          </a:lnRef>
          <a:fillRef idx="0">
            <a:srgbClr val="FFFFFF"/>
          </a:fillRef>
          <a:effectRef idx="0">
            <a:srgbClr val="FFFFFF"/>
          </a:effectRef>
          <a:fontRef idx="minor">
            <a:schemeClr val="tx1"/>
          </a:fontRef>
        </p:style>
      </p:cxnSp>
      <p:sp>
        <p:nvSpPr>
          <p:cNvPr id="17" name="文本框 16"/>
          <p:cNvSpPr txBox="1"/>
          <p:nvPr>
            <p:custDataLst>
              <p:tags r:id="rId17"/>
            </p:custDataLst>
          </p:nvPr>
        </p:nvSpPr>
        <p:spPr>
          <a:xfrm>
            <a:off x="1717040" y="2505075"/>
            <a:ext cx="226060" cy="771525"/>
          </a:xfrm>
          <a:prstGeom prst="rect">
            <a:avLst/>
          </a:prstGeom>
          <a:noFill/>
        </p:spPr>
        <p:txBody>
          <a:bodyPr vert="mongolianVert" wrap="square" rtlCol="0" anchor="ctr" anchorCtr="0">
            <a:noAutofit/>
          </a:bodyPr>
          <a:lstStyle/>
          <a:p>
            <a:pPr algn="ctr">
              <a:lnSpc>
                <a:spcPct val="150000"/>
              </a:lnSpc>
            </a:pPr>
            <a:r>
              <a:rPr lang="zh-CN" altLang="en-US" sz="1200">
                <a:latin typeface="微软雅黑" charset="0"/>
                <a:ea typeface="微软雅黑" charset="0"/>
                <a:cs typeface="微软雅黑" charset="0"/>
                <a:sym typeface="+mn-ea"/>
              </a:rPr>
              <a:t>性能抢占</a:t>
            </a:r>
          </a:p>
        </p:txBody>
      </p:sp>
      <p:sp>
        <p:nvSpPr>
          <p:cNvPr id="18" name="左大括号 17"/>
          <p:cNvSpPr/>
          <p:nvPr>
            <p:custDataLst>
              <p:tags r:id="rId18"/>
            </p:custDataLst>
          </p:nvPr>
        </p:nvSpPr>
        <p:spPr>
          <a:xfrm rot="10800000">
            <a:off x="1504315" y="3740150"/>
            <a:ext cx="118745" cy="2420620"/>
          </a:xfrm>
          <a:prstGeom prst="leftBrace">
            <a:avLst>
              <a:gd name="adj1" fmla="val 56371"/>
              <a:gd name="adj2" fmla="val 50000"/>
            </a:avLst>
          </a:prstGeom>
          <a:ln>
            <a:gradFill>
              <a:gsLst>
                <a:gs pos="0">
                  <a:srgbClr val="14CD68"/>
                </a:gs>
                <a:gs pos="100000">
                  <a:srgbClr val="035C7D"/>
                </a:gs>
              </a:gsLst>
            </a:gra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latin typeface="微软雅黑" charset="0"/>
              <a:ea typeface="微软雅黑" charset="0"/>
            </a:endParaRPr>
          </a:p>
        </p:txBody>
      </p:sp>
      <p:sp>
        <p:nvSpPr>
          <p:cNvPr id="19" name="左大括号 18"/>
          <p:cNvSpPr/>
          <p:nvPr>
            <p:custDataLst>
              <p:tags r:id="rId19"/>
            </p:custDataLst>
          </p:nvPr>
        </p:nvSpPr>
        <p:spPr>
          <a:xfrm rot="10800000">
            <a:off x="1504315" y="2218690"/>
            <a:ext cx="116205" cy="1344295"/>
          </a:xfrm>
          <a:prstGeom prst="leftBrace">
            <a:avLst>
              <a:gd name="adj1" fmla="val 56371"/>
              <a:gd name="adj2" fmla="val 50000"/>
            </a:avLst>
          </a:prstGeom>
          <a:ln>
            <a:gradFill>
              <a:gsLst>
                <a:gs pos="0">
                  <a:srgbClr val="14CD68"/>
                </a:gs>
                <a:gs pos="100000">
                  <a:srgbClr val="035C7D"/>
                </a:gs>
              </a:gsLst>
            </a:gra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latin typeface="微软雅黑" charset="0"/>
              <a:ea typeface="微软雅黑" charset="0"/>
            </a:endParaRPr>
          </a:p>
        </p:txBody>
      </p:sp>
      <p:sp>
        <p:nvSpPr>
          <p:cNvPr id="26" name="文本框 25"/>
          <p:cNvSpPr txBox="1"/>
          <p:nvPr>
            <p:custDataLst>
              <p:tags r:id="rId20"/>
            </p:custDataLst>
          </p:nvPr>
        </p:nvSpPr>
        <p:spPr>
          <a:xfrm>
            <a:off x="1706245" y="4565015"/>
            <a:ext cx="226060" cy="771525"/>
          </a:xfrm>
          <a:prstGeom prst="rect">
            <a:avLst/>
          </a:prstGeom>
          <a:noFill/>
        </p:spPr>
        <p:txBody>
          <a:bodyPr vert="mongolianVert" wrap="square" rtlCol="0" anchor="ctr" anchorCtr="0">
            <a:noAutofit/>
          </a:bodyPr>
          <a:lstStyle/>
          <a:p>
            <a:pPr algn="ctr">
              <a:lnSpc>
                <a:spcPct val="150000"/>
              </a:lnSpc>
            </a:pPr>
            <a:r>
              <a:rPr lang="zh-CN" altLang="en-US" sz="1200">
                <a:latin typeface="微软雅黑" charset="0"/>
                <a:ea typeface="微软雅黑" charset="0"/>
                <a:cs typeface="微软雅黑" charset="0"/>
                <a:sym typeface="+mn-ea"/>
              </a:rPr>
              <a:t>性能兑付</a:t>
            </a:r>
          </a:p>
        </p:txBody>
      </p:sp>
      <p:sp>
        <p:nvSpPr>
          <p:cNvPr id="29" name="任意多边形 28"/>
          <p:cNvSpPr/>
          <p:nvPr>
            <p:custDataLst>
              <p:tags r:id="rId21"/>
            </p:custDataLst>
          </p:nvPr>
        </p:nvSpPr>
        <p:spPr>
          <a:xfrm>
            <a:off x="437515" y="2065655"/>
            <a:ext cx="1024255" cy="1491615"/>
          </a:xfrm>
          <a:custGeom>
            <a:avLst/>
            <a:gdLst>
              <a:gd name="connisteX0" fmla="*/ 0 w 1066800"/>
              <a:gd name="connsiteY0" fmla="*/ 0 h 1491615"/>
              <a:gd name="connisteX1" fmla="*/ 0 w 1066800"/>
              <a:gd name="connsiteY1" fmla="*/ 1491615 h 1491615"/>
              <a:gd name="connisteX2" fmla="*/ 1066800 w 1066800"/>
              <a:gd name="connsiteY2" fmla="*/ 1491615 h 1491615"/>
              <a:gd name="connisteX3" fmla="*/ 1066800 w 1066800"/>
              <a:gd name="connsiteY3" fmla="*/ 603885 h 1491615"/>
              <a:gd name="connisteX4" fmla="*/ 984885 w 1066800"/>
              <a:gd name="connsiteY4" fmla="*/ 678815 h 1491615"/>
              <a:gd name="connisteX5" fmla="*/ 939800 w 1066800"/>
              <a:gd name="connsiteY5" fmla="*/ 782955 h 1491615"/>
              <a:gd name="connisteX6" fmla="*/ 857885 w 1066800"/>
              <a:gd name="connsiteY6" fmla="*/ 805180 h 1491615"/>
              <a:gd name="connisteX7" fmla="*/ 850265 w 1066800"/>
              <a:gd name="connsiteY7" fmla="*/ 1006475 h 1491615"/>
              <a:gd name="connisteX8" fmla="*/ 701040 w 1066800"/>
              <a:gd name="connsiteY8" fmla="*/ 1268095 h 1491615"/>
              <a:gd name="connisteX9" fmla="*/ 641350 w 1066800"/>
              <a:gd name="connsiteY9" fmla="*/ 976630 h 1491615"/>
              <a:gd name="connisteX10" fmla="*/ 596900 w 1066800"/>
              <a:gd name="connsiteY10" fmla="*/ 529590 h 1491615"/>
              <a:gd name="connisteX11" fmla="*/ 567055 w 1066800"/>
              <a:gd name="connsiteY11" fmla="*/ 253365 h 1491615"/>
              <a:gd name="connisteX12" fmla="*/ 514985 w 1066800"/>
              <a:gd name="connsiteY12" fmla="*/ 521970 h 1491615"/>
              <a:gd name="connisteX13" fmla="*/ 410210 w 1066800"/>
              <a:gd name="connsiteY13" fmla="*/ 514350 h 1491615"/>
              <a:gd name="connisteX14" fmla="*/ 260985 w 1066800"/>
              <a:gd name="connsiteY14" fmla="*/ 999490 h 1491615"/>
              <a:gd name="connisteX15" fmla="*/ 224155 w 1066800"/>
              <a:gd name="connsiteY15" fmla="*/ 730885 h 1491615"/>
              <a:gd name="connisteX16" fmla="*/ 134620 w 1066800"/>
              <a:gd name="connsiteY16" fmla="*/ 701040 h 1491615"/>
              <a:gd name="connisteX17" fmla="*/ 0 w 1066800"/>
              <a:gd name="connsiteY17" fmla="*/ 0 h 149161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Lst>
            <a:rect l="l" t="t" r="r" b="b"/>
            <a:pathLst>
              <a:path w="1066800" h="1491615">
                <a:moveTo>
                  <a:pt x="0" y="0"/>
                </a:moveTo>
                <a:lnTo>
                  <a:pt x="0" y="1491615"/>
                </a:lnTo>
                <a:lnTo>
                  <a:pt x="1066800" y="1491615"/>
                </a:lnTo>
                <a:lnTo>
                  <a:pt x="1066800" y="603885"/>
                </a:lnTo>
                <a:lnTo>
                  <a:pt x="984885" y="678815"/>
                </a:lnTo>
                <a:lnTo>
                  <a:pt x="939800" y="782955"/>
                </a:lnTo>
                <a:lnTo>
                  <a:pt x="857885" y="805180"/>
                </a:lnTo>
                <a:lnTo>
                  <a:pt x="850265" y="1006475"/>
                </a:lnTo>
                <a:lnTo>
                  <a:pt x="701040" y="1268095"/>
                </a:lnTo>
                <a:lnTo>
                  <a:pt x="641350" y="976630"/>
                </a:lnTo>
                <a:lnTo>
                  <a:pt x="596900" y="529590"/>
                </a:lnTo>
                <a:lnTo>
                  <a:pt x="567055" y="253365"/>
                </a:lnTo>
                <a:lnTo>
                  <a:pt x="514985" y="521970"/>
                </a:lnTo>
                <a:lnTo>
                  <a:pt x="410210" y="514350"/>
                </a:lnTo>
                <a:lnTo>
                  <a:pt x="260985" y="999490"/>
                </a:lnTo>
                <a:lnTo>
                  <a:pt x="224155" y="730885"/>
                </a:lnTo>
                <a:lnTo>
                  <a:pt x="134620" y="701040"/>
                </a:lnTo>
                <a:lnTo>
                  <a:pt x="0" y="0"/>
                </a:lnTo>
                <a:close/>
              </a:path>
            </a:pathLst>
          </a:custGeom>
          <a:gradFill>
            <a:gsLst>
              <a:gs pos="0">
                <a:srgbClr val="FBFB11"/>
              </a:gs>
              <a:gs pos="100000">
                <a:srgbClr val="838309"/>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b" anchorCtr="0" forceAA="0" compatLnSpc="1">
            <a:noAutofit/>
          </a:bodyPr>
          <a:lstStyle/>
          <a:p>
            <a:pPr lvl="0" algn="ctr">
              <a:buClrTx/>
              <a:buSzTx/>
              <a:buFontTx/>
            </a:pPr>
            <a:r>
              <a:rPr lang="zh-CN" altLang="en-US" sz="1200">
                <a:solidFill>
                  <a:schemeClr val="bg1"/>
                </a:solidFill>
                <a:latin typeface="微软雅黑" charset="0"/>
                <a:ea typeface="微软雅黑" charset="0"/>
                <a:sym typeface="+mn-ea"/>
              </a:rPr>
              <a:t>突发性能</a:t>
            </a:r>
          </a:p>
        </p:txBody>
      </p:sp>
      <p:sp>
        <p:nvSpPr>
          <p:cNvPr id="34" name="任意多边形 33"/>
          <p:cNvSpPr/>
          <p:nvPr>
            <p:custDataLst>
              <p:tags r:id="rId22"/>
            </p:custDataLst>
          </p:nvPr>
        </p:nvSpPr>
        <p:spPr>
          <a:xfrm>
            <a:off x="436880" y="4740275"/>
            <a:ext cx="1024255" cy="1180465"/>
          </a:xfrm>
          <a:custGeom>
            <a:avLst/>
            <a:gdLst>
              <a:gd name="connisteX0" fmla="*/ 0 w 1000125"/>
              <a:gd name="connsiteY0" fmla="*/ 1180465 h 1180465"/>
              <a:gd name="connisteX1" fmla="*/ 1000125 w 1000125"/>
              <a:gd name="connsiteY1" fmla="*/ 1180465 h 1180465"/>
              <a:gd name="connisteX2" fmla="*/ 1000125 w 1000125"/>
              <a:gd name="connsiteY2" fmla="*/ 0 h 1180465"/>
              <a:gd name="connisteX3" fmla="*/ 830580 w 1000125"/>
              <a:gd name="connsiteY3" fmla="*/ 220345 h 1180465"/>
              <a:gd name="connisteX4" fmla="*/ 610235 w 1000125"/>
              <a:gd name="connsiteY4" fmla="*/ 360045 h 1180465"/>
              <a:gd name="connisteX5" fmla="*/ 590550 w 1000125"/>
              <a:gd name="connsiteY5" fmla="*/ 530225 h 1180465"/>
              <a:gd name="connisteX6" fmla="*/ 410210 w 1000125"/>
              <a:gd name="connsiteY6" fmla="*/ 589915 h 1180465"/>
              <a:gd name="connisteX7" fmla="*/ 270510 w 1000125"/>
              <a:gd name="connsiteY7" fmla="*/ 810260 h 1180465"/>
              <a:gd name="connisteX8" fmla="*/ 170180 w 1000125"/>
              <a:gd name="connsiteY8" fmla="*/ 829945 h 1180465"/>
              <a:gd name="connisteX9" fmla="*/ 140335 w 1000125"/>
              <a:gd name="connsiteY9" fmla="*/ 970280 h 1180465"/>
              <a:gd name="connisteX10" fmla="*/ 80010 w 1000125"/>
              <a:gd name="connsiteY10" fmla="*/ 1020445 h 1180465"/>
              <a:gd name="connisteX11" fmla="*/ 0 w 1000125"/>
              <a:gd name="connsiteY11" fmla="*/ 1180465 h 118046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Lst>
            <a:rect l="l" t="t" r="r" b="b"/>
            <a:pathLst>
              <a:path w="1000125" h="1180465">
                <a:moveTo>
                  <a:pt x="0" y="1180465"/>
                </a:moveTo>
                <a:lnTo>
                  <a:pt x="1000125" y="1180465"/>
                </a:lnTo>
                <a:lnTo>
                  <a:pt x="1000125" y="0"/>
                </a:lnTo>
                <a:lnTo>
                  <a:pt x="830580" y="220345"/>
                </a:lnTo>
                <a:lnTo>
                  <a:pt x="610235" y="360045"/>
                </a:lnTo>
                <a:lnTo>
                  <a:pt x="590550" y="530225"/>
                </a:lnTo>
                <a:lnTo>
                  <a:pt x="410210" y="589915"/>
                </a:lnTo>
                <a:lnTo>
                  <a:pt x="270510" y="810260"/>
                </a:lnTo>
                <a:lnTo>
                  <a:pt x="170180" y="829945"/>
                </a:lnTo>
                <a:lnTo>
                  <a:pt x="140335" y="970280"/>
                </a:lnTo>
                <a:lnTo>
                  <a:pt x="80010" y="1020445"/>
                </a:lnTo>
                <a:lnTo>
                  <a:pt x="0" y="1180465"/>
                </a:lnTo>
                <a:close/>
              </a:path>
            </a:pathLst>
          </a:custGeom>
          <a:solidFill>
            <a:srgbClr val="00B05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400">
              <a:solidFill>
                <a:schemeClr val="bg1">
                  <a:lumMod val="85000"/>
                </a:schemeClr>
              </a:solidFill>
              <a:latin typeface="微软雅黑" charset="0"/>
              <a:ea typeface="微软雅黑" charset="0"/>
            </a:endParaRPr>
          </a:p>
          <a:p>
            <a:pPr algn="ctr"/>
            <a:endParaRPr lang="zh-CN" altLang="en-US" sz="900">
              <a:solidFill>
                <a:schemeClr val="bg1">
                  <a:lumMod val="85000"/>
                </a:schemeClr>
              </a:solidFill>
              <a:latin typeface="微软雅黑" charset="0"/>
              <a:ea typeface="微软雅黑" charset="0"/>
            </a:endParaRPr>
          </a:p>
          <a:p>
            <a:pPr algn="ctr"/>
            <a:endParaRPr lang="zh-CN" altLang="en-US" sz="900">
              <a:solidFill>
                <a:schemeClr val="bg1">
                  <a:lumMod val="85000"/>
                </a:schemeClr>
              </a:solidFill>
              <a:latin typeface="微软雅黑" charset="0"/>
              <a:ea typeface="微软雅黑" charset="0"/>
            </a:endParaRPr>
          </a:p>
          <a:p>
            <a:pPr algn="ctr"/>
            <a:endParaRPr lang="zh-CN" altLang="en-US" sz="900">
              <a:solidFill>
                <a:schemeClr val="bg1">
                  <a:lumMod val="85000"/>
                </a:schemeClr>
              </a:solidFill>
              <a:latin typeface="微软雅黑" charset="0"/>
              <a:ea typeface="微软雅黑" charset="0"/>
            </a:endParaRPr>
          </a:p>
          <a:p>
            <a:pPr algn="ctr"/>
            <a:endParaRPr lang="zh-CN" altLang="en-US" sz="900">
              <a:solidFill>
                <a:schemeClr val="bg1">
                  <a:lumMod val="85000"/>
                </a:schemeClr>
              </a:solidFill>
              <a:latin typeface="微软雅黑" charset="0"/>
              <a:ea typeface="微软雅黑" charset="0"/>
            </a:endParaRPr>
          </a:p>
          <a:p>
            <a:pPr algn="ctr"/>
            <a:endParaRPr lang="zh-CN" altLang="en-US" sz="900">
              <a:solidFill>
                <a:schemeClr val="bg1">
                  <a:lumMod val="85000"/>
                </a:schemeClr>
              </a:solidFill>
              <a:latin typeface="微软雅黑" charset="0"/>
              <a:ea typeface="微软雅黑" charset="0"/>
            </a:endParaRPr>
          </a:p>
          <a:p>
            <a:pPr algn="ctr"/>
            <a:r>
              <a:rPr lang="zh-CN" altLang="en-US" sz="900">
                <a:solidFill>
                  <a:schemeClr val="bg1">
                    <a:lumMod val="85000"/>
                  </a:schemeClr>
                </a:solidFill>
                <a:latin typeface="微软雅黑" charset="0"/>
                <a:ea typeface="微软雅黑" charset="0"/>
              </a:rPr>
              <a:t>基线性能</a:t>
            </a:r>
          </a:p>
        </p:txBody>
      </p:sp>
      <p:sp>
        <p:nvSpPr>
          <p:cNvPr id="14" name="矩形 13"/>
          <p:cNvSpPr/>
          <p:nvPr>
            <p:custDataLst>
              <p:tags r:id="rId23"/>
            </p:custDataLst>
          </p:nvPr>
        </p:nvSpPr>
        <p:spPr>
          <a:xfrm>
            <a:off x="438785" y="5913755"/>
            <a:ext cx="1024255" cy="255905"/>
          </a:xfrm>
          <a:prstGeom prst="rect">
            <a:avLst/>
          </a:prstGeom>
          <a:solidFill>
            <a:srgbClr val="92D05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algn="ctr"/>
            <a:r>
              <a:rPr lang="zh-CN" altLang="en-US" sz="900">
                <a:solidFill>
                  <a:schemeClr val="bg1">
                    <a:lumMod val="85000"/>
                  </a:schemeClr>
                </a:solidFill>
                <a:latin typeface="微软雅黑" charset="0"/>
                <a:ea typeface="微软雅黑" charset="0"/>
                <a:cs typeface="微软雅黑" charset="0"/>
                <a:sym typeface="+mn-ea"/>
              </a:rPr>
              <a:t>起配性能</a:t>
            </a:r>
          </a:p>
        </p:txBody>
      </p:sp>
      <p:sp>
        <p:nvSpPr>
          <p:cNvPr id="15" name="文本框 14"/>
          <p:cNvSpPr txBox="1"/>
          <p:nvPr>
            <p:custDataLst>
              <p:tags r:id="rId24"/>
            </p:custDataLst>
          </p:nvPr>
        </p:nvSpPr>
        <p:spPr>
          <a:xfrm>
            <a:off x="1236980" y="5414645"/>
            <a:ext cx="226060" cy="771525"/>
          </a:xfrm>
          <a:prstGeom prst="rect">
            <a:avLst/>
          </a:prstGeom>
          <a:noFill/>
        </p:spPr>
        <p:txBody>
          <a:bodyPr vert="mongolianVert" wrap="square" rtlCol="0" anchor="ctr" anchorCtr="0">
            <a:noAutofit/>
          </a:bodyPr>
          <a:lstStyle/>
          <a:p>
            <a:pPr algn="ctr">
              <a:lnSpc>
                <a:spcPct val="150000"/>
              </a:lnSpc>
            </a:pPr>
            <a:r>
              <a:rPr lang="zh-CN" altLang="en-US" sz="1200">
                <a:solidFill>
                  <a:schemeClr val="bg2"/>
                </a:solidFill>
                <a:latin typeface="微软雅黑" charset="0"/>
                <a:ea typeface="微软雅黑" charset="0"/>
                <a:cs typeface="微软雅黑" charset="0"/>
                <a:sym typeface="+mn-ea"/>
              </a:rPr>
              <a:t>基准性能</a:t>
            </a:r>
          </a:p>
        </p:txBody>
      </p:sp>
      <p:sp>
        <p:nvSpPr>
          <p:cNvPr id="20" name="AutoShape 17"/>
          <p:cNvSpPr/>
          <p:nvPr>
            <p:custDataLst>
              <p:tags r:id="rId25"/>
            </p:custDataLst>
          </p:nvPr>
        </p:nvSpPr>
        <p:spPr>
          <a:xfrm>
            <a:off x="7165975" y="702945"/>
            <a:ext cx="3521075" cy="372745"/>
          </a:xfrm>
          <a:prstGeom prst="rect">
            <a:avLst/>
          </a:prstGeom>
          <a:noFill/>
          <a:ln w="12700">
            <a:noFill/>
            <a:prstDash val="solid"/>
          </a:ln>
        </p:spPr>
        <p:txBody>
          <a:bodyPr lIns="95250" tIns="47625" rIns="95250" bIns="47625" rtlCol="0" anchor="ctr" anchorCtr="0">
            <a:noAutofit/>
          </a:bodyPr>
          <a:lstStyle/>
          <a:p>
            <a:pPr algn="l">
              <a:lnSpc>
                <a:spcPct val="150000"/>
              </a:lnSpc>
              <a:buSzTx/>
              <a:defRPr/>
            </a:pPr>
            <a:r>
              <a:rPr lang="en-US" sz="1800" i="0" u="none" strike="noStrike">
                <a:solidFill>
                  <a:srgbClr val="0053FF"/>
                </a:solidFill>
                <a:latin typeface="微软雅黑" charset="0"/>
                <a:ea typeface="微软雅黑" charset="0"/>
                <a:cs typeface="微软雅黑" charset="0"/>
              </a:rPr>
              <a:t>Serverless </a:t>
            </a:r>
            <a:r>
              <a:rPr lang="zh-CN" altLang="en-US" sz="1800" i="0" u="none" strike="noStrike">
                <a:solidFill>
                  <a:srgbClr val="0053FF"/>
                </a:solidFill>
                <a:latin typeface="微软雅黑" charset="0"/>
                <a:ea typeface="微软雅黑" charset="0"/>
                <a:cs typeface="微软雅黑" charset="0"/>
              </a:rPr>
              <a:t>产品形态</a:t>
            </a:r>
          </a:p>
        </p:txBody>
      </p:sp>
      <p:sp>
        <p:nvSpPr>
          <p:cNvPr id="43" name="矩形 42"/>
          <p:cNvSpPr/>
          <p:nvPr>
            <p:custDataLst>
              <p:tags r:id="rId26"/>
            </p:custDataLst>
          </p:nvPr>
        </p:nvSpPr>
        <p:spPr>
          <a:xfrm>
            <a:off x="7017385" y="816610"/>
            <a:ext cx="146685" cy="252000"/>
          </a:xfrm>
          <a:prstGeom prst="rect">
            <a:avLst/>
          </a:prstGeom>
          <a:solidFill>
            <a:srgbClr val="0053FF"/>
          </a:solidFill>
          <a:ln>
            <a:solidFill>
              <a:srgbClr val="0053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21" name="直接连接符 20"/>
          <p:cNvCxnSpPr>
            <a:stCxn id="43" idx="2"/>
          </p:cNvCxnSpPr>
          <p:nvPr>
            <p:custDataLst>
              <p:tags r:id="rId27"/>
            </p:custDataLst>
          </p:nvPr>
        </p:nvCxnSpPr>
        <p:spPr>
          <a:xfrm>
            <a:off x="7017385" y="1068705"/>
            <a:ext cx="4723130" cy="0"/>
          </a:xfrm>
          <a:prstGeom prst="line">
            <a:avLst/>
          </a:prstGeom>
          <a:ln>
            <a:solidFill>
              <a:srgbClr val="0053FF"/>
            </a:solidFill>
          </a:ln>
        </p:spPr>
        <p:style>
          <a:lnRef idx="2">
            <a:schemeClr val="accent1"/>
          </a:lnRef>
          <a:fillRef idx="0">
            <a:srgbClr val="FFFFFF"/>
          </a:fillRef>
          <a:effectRef idx="0">
            <a:srgbClr val="FFFFFF"/>
          </a:effectRef>
          <a:fontRef idx="minor">
            <a:schemeClr val="tx1"/>
          </a:fontRef>
        </p:style>
      </p:cxnSp>
      <p:sp>
        <p:nvSpPr>
          <p:cNvPr id="22" name="文本框 21"/>
          <p:cNvSpPr txBox="1"/>
          <p:nvPr/>
        </p:nvSpPr>
        <p:spPr>
          <a:xfrm>
            <a:off x="7165975" y="1124585"/>
            <a:ext cx="4648200" cy="737235"/>
          </a:xfrm>
          <a:prstGeom prst="rect">
            <a:avLst/>
          </a:prstGeom>
          <a:noFill/>
        </p:spPr>
        <p:txBody>
          <a:bodyPr wrap="square" rtlCol="0" anchor="t">
            <a:spAutoFit/>
          </a:bodyPr>
          <a:lstStyle/>
          <a:p>
            <a:pPr marL="285750" indent="-285750">
              <a:lnSpc>
                <a:spcPct val="150000"/>
              </a:lnSpc>
              <a:buFont typeface="Arial" panose="020B0604020202090204" pitchFamily="34" charset="0"/>
              <a:buChar char="•"/>
            </a:pPr>
            <a:r>
              <a:rPr lang="zh-CN" altLang="en-US">
                <a:latin typeface="微软雅黑" charset="0"/>
                <a:ea typeface="微软雅黑" charset="0"/>
                <a:cs typeface="微软雅黑" charset="0"/>
                <a:sym typeface="+mn-ea"/>
              </a:rPr>
              <a:t>提供弹性扩缩容能力</a:t>
            </a:r>
          </a:p>
          <a:p>
            <a:pPr marL="285750" indent="-285750">
              <a:lnSpc>
                <a:spcPct val="150000"/>
              </a:lnSpc>
              <a:buFont typeface="Arial" panose="020B0604020202090204" pitchFamily="34" charset="0"/>
              <a:buChar char="•"/>
            </a:pPr>
            <a:r>
              <a:rPr lang="zh-CN" altLang="en-US">
                <a:latin typeface="微软雅黑" charset="0"/>
                <a:ea typeface="微软雅黑" charset="0"/>
                <a:cs typeface="微软雅黑" charset="0"/>
                <a:sym typeface="+mn-ea"/>
              </a:rPr>
              <a:t>支持从零开始配置，无需预先设定最小性能或容量</a:t>
            </a:r>
          </a:p>
        </p:txBody>
      </p:sp>
      <p:sp>
        <p:nvSpPr>
          <p:cNvPr id="23" name="AutoShape 17"/>
          <p:cNvSpPr/>
          <p:nvPr>
            <p:custDataLst>
              <p:tags r:id="rId28"/>
            </p:custDataLst>
          </p:nvPr>
        </p:nvSpPr>
        <p:spPr>
          <a:xfrm>
            <a:off x="7171690" y="2058035"/>
            <a:ext cx="3521075" cy="372745"/>
          </a:xfrm>
          <a:prstGeom prst="rect">
            <a:avLst/>
          </a:prstGeom>
          <a:noFill/>
          <a:ln w="12700">
            <a:noFill/>
            <a:prstDash val="solid"/>
          </a:ln>
        </p:spPr>
        <p:txBody>
          <a:bodyPr lIns="95250" tIns="47625" rIns="95250" bIns="47625" rtlCol="0" anchor="ctr" anchorCtr="0">
            <a:noAutofit/>
          </a:bodyPr>
          <a:lstStyle/>
          <a:p>
            <a:pPr algn="l">
              <a:lnSpc>
                <a:spcPct val="150000"/>
              </a:lnSpc>
              <a:buSzTx/>
              <a:defRPr/>
            </a:pPr>
            <a:r>
              <a:rPr lang="zh-CN" altLang="en-US" sz="1800" i="0" u="none" strike="noStrike">
                <a:solidFill>
                  <a:srgbClr val="0053FF"/>
                </a:solidFill>
                <a:latin typeface="微软雅黑" charset="0"/>
                <a:ea typeface="微软雅黑" charset="0"/>
                <a:cs typeface="微软雅黑" charset="0"/>
              </a:rPr>
              <a:t>容量与性能解耦</a:t>
            </a:r>
          </a:p>
        </p:txBody>
      </p:sp>
      <p:sp>
        <p:nvSpPr>
          <p:cNvPr id="24" name="矩形 23"/>
          <p:cNvSpPr/>
          <p:nvPr>
            <p:custDataLst>
              <p:tags r:id="rId29"/>
            </p:custDataLst>
          </p:nvPr>
        </p:nvSpPr>
        <p:spPr>
          <a:xfrm>
            <a:off x="7017385" y="2171700"/>
            <a:ext cx="146685" cy="252000"/>
          </a:xfrm>
          <a:prstGeom prst="rect">
            <a:avLst/>
          </a:prstGeom>
          <a:solidFill>
            <a:srgbClr val="0053FF"/>
          </a:solidFill>
          <a:ln>
            <a:solidFill>
              <a:srgbClr val="0053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25" name="直接连接符 24"/>
          <p:cNvCxnSpPr>
            <a:stCxn id="24" idx="2"/>
          </p:cNvCxnSpPr>
          <p:nvPr>
            <p:custDataLst>
              <p:tags r:id="rId30"/>
            </p:custDataLst>
          </p:nvPr>
        </p:nvCxnSpPr>
        <p:spPr>
          <a:xfrm>
            <a:off x="7017385" y="2423795"/>
            <a:ext cx="4723130" cy="0"/>
          </a:xfrm>
          <a:prstGeom prst="line">
            <a:avLst/>
          </a:prstGeom>
          <a:ln>
            <a:solidFill>
              <a:srgbClr val="0053FF"/>
            </a:solidFill>
          </a:ln>
        </p:spPr>
        <p:style>
          <a:lnRef idx="2">
            <a:schemeClr val="accent1"/>
          </a:lnRef>
          <a:fillRef idx="0">
            <a:srgbClr val="FFFFFF"/>
          </a:fillRef>
          <a:effectRef idx="0">
            <a:srgbClr val="FFFFFF"/>
          </a:effectRef>
          <a:fontRef idx="minor">
            <a:schemeClr val="tx1"/>
          </a:fontRef>
        </p:style>
      </p:cxnSp>
      <p:sp>
        <p:nvSpPr>
          <p:cNvPr id="27" name="文本框 26"/>
          <p:cNvSpPr txBox="1"/>
          <p:nvPr/>
        </p:nvSpPr>
        <p:spPr>
          <a:xfrm>
            <a:off x="7171690" y="2458085"/>
            <a:ext cx="4650105" cy="1383665"/>
          </a:xfrm>
          <a:prstGeom prst="rect">
            <a:avLst/>
          </a:prstGeom>
          <a:noFill/>
        </p:spPr>
        <p:txBody>
          <a:bodyPr wrap="square" rtlCol="0" anchor="t">
            <a:spAutoFit/>
          </a:bodyPr>
          <a:lstStyle/>
          <a:p>
            <a:pPr marL="285750" indent="-285750">
              <a:lnSpc>
                <a:spcPct val="150000"/>
              </a:lnSpc>
              <a:buFont typeface="Arial" panose="020B0604020202090204" pitchFamily="34" charset="0"/>
              <a:buChar char="•"/>
            </a:pPr>
            <a:r>
              <a:rPr lang="zh-CN" altLang="en-US">
                <a:latin typeface="微软雅黑" charset="0"/>
                <a:ea typeface="微软雅黑" charset="0"/>
                <a:cs typeface="微软雅黑" charset="0"/>
                <a:sym typeface="+mn-ea"/>
              </a:rPr>
              <a:t>提供 100MB/s/TiB 的基准性能密度，满足绝大多数场景需求；</a:t>
            </a:r>
          </a:p>
          <a:p>
            <a:pPr marL="285750" indent="-285750">
              <a:lnSpc>
                <a:spcPct val="150000"/>
              </a:lnSpc>
              <a:buFont typeface="Arial" panose="020B0604020202090204" pitchFamily="34" charset="0"/>
              <a:buChar char="•"/>
            </a:pPr>
            <a:r>
              <a:rPr lang="zh-CN" altLang="en-US">
                <a:latin typeface="微软雅黑" charset="0"/>
                <a:ea typeface="微软雅黑" charset="0"/>
                <a:cs typeface="微软雅黑" charset="0"/>
                <a:sym typeface="+mn-ea"/>
              </a:rPr>
              <a:t>支持在基准性能之上单独预配置更高的性能，并且可以随时提升、降低或关闭预配置性能，实现按需供给。</a:t>
            </a:r>
          </a:p>
        </p:txBody>
      </p:sp>
      <p:sp>
        <p:nvSpPr>
          <p:cNvPr id="28" name="AutoShape 17"/>
          <p:cNvSpPr/>
          <p:nvPr>
            <p:custDataLst>
              <p:tags r:id="rId31"/>
            </p:custDataLst>
          </p:nvPr>
        </p:nvSpPr>
        <p:spPr>
          <a:xfrm>
            <a:off x="7170420" y="3929380"/>
            <a:ext cx="3521075" cy="372745"/>
          </a:xfrm>
          <a:prstGeom prst="rect">
            <a:avLst/>
          </a:prstGeom>
          <a:noFill/>
          <a:ln w="12700">
            <a:noFill/>
            <a:prstDash val="solid"/>
          </a:ln>
        </p:spPr>
        <p:txBody>
          <a:bodyPr lIns="95250" tIns="47625" rIns="95250" bIns="47625" rtlCol="0" anchor="ctr" anchorCtr="0">
            <a:noAutofit/>
          </a:bodyPr>
          <a:lstStyle/>
          <a:p>
            <a:pPr algn="l">
              <a:lnSpc>
                <a:spcPct val="150000"/>
              </a:lnSpc>
              <a:buSzTx/>
              <a:defRPr/>
            </a:pPr>
            <a:r>
              <a:rPr lang="zh-CN" altLang="en-US" sz="1800" i="0" u="none" strike="noStrike">
                <a:solidFill>
                  <a:srgbClr val="0053FF"/>
                </a:solidFill>
                <a:latin typeface="微软雅黑" charset="0"/>
                <a:ea typeface="微软雅黑" charset="0"/>
                <a:cs typeface="微软雅黑" charset="0"/>
              </a:rPr>
              <a:t>容量与预配置性能单独计费</a:t>
            </a:r>
          </a:p>
        </p:txBody>
      </p:sp>
      <p:sp>
        <p:nvSpPr>
          <p:cNvPr id="30" name="矩形 29"/>
          <p:cNvSpPr/>
          <p:nvPr>
            <p:custDataLst>
              <p:tags r:id="rId32"/>
            </p:custDataLst>
          </p:nvPr>
        </p:nvSpPr>
        <p:spPr>
          <a:xfrm>
            <a:off x="7017385" y="4043045"/>
            <a:ext cx="146685" cy="252000"/>
          </a:xfrm>
          <a:prstGeom prst="rect">
            <a:avLst/>
          </a:prstGeom>
          <a:solidFill>
            <a:srgbClr val="0053FF"/>
          </a:solidFill>
          <a:ln>
            <a:solidFill>
              <a:srgbClr val="0053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31" name="直接连接符 30"/>
          <p:cNvCxnSpPr>
            <a:stCxn id="30" idx="2"/>
          </p:cNvCxnSpPr>
          <p:nvPr>
            <p:custDataLst>
              <p:tags r:id="rId33"/>
            </p:custDataLst>
          </p:nvPr>
        </p:nvCxnSpPr>
        <p:spPr>
          <a:xfrm>
            <a:off x="7017385" y="4295140"/>
            <a:ext cx="4723130" cy="0"/>
          </a:xfrm>
          <a:prstGeom prst="line">
            <a:avLst/>
          </a:prstGeom>
          <a:ln>
            <a:solidFill>
              <a:srgbClr val="0053FF"/>
            </a:solidFill>
          </a:ln>
        </p:spPr>
        <p:style>
          <a:lnRef idx="2">
            <a:schemeClr val="accent1"/>
          </a:lnRef>
          <a:fillRef idx="0">
            <a:srgbClr val="FFFFFF"/>
          </a:fillRef>
          <a:effectRef idx="0">
            <a:srgbClr val="FFFFFF"/>
          </a:effectRef>
          <a:fontRef idx="minor">
            <a:schemeClr val="tx1"/>
          </a:fontRef>
        </p:style>
      </p:cxnSp>
      <p:sp>
        <p:nvSpPr>
          <p:cNvPr id="33" name="文本框 32"/>
          <p:cNvSpPr txBox="1"/>
          <p:nvPr/>
        </p:nvSpPr>
        <p:spPr>
          <a:xfrm>
            <a:off x="7171690" y="4372610"/>
            <a:ext cx="4650105" cy="737235"/>
          </a:xfrm>
          <a:prstGeom prst="rect">
            <a:avLst/>
          </a:prstGeom>
          <a:noFill/>
        </p:spPr>
        <p:txBody>
          <a:bodyPr wrap="square" rtlCol="0" anchor="t">
            <a:spAutoFit/>
          </a:bodyPr>
          <a:lstStyle/>
          <a:p>
            <a:pPr marL="285750" indent="-285750">
              <a:lnSpc>
                <a:spcPct val="150000"/>
              </a:lnSpc>
              <a:buFont typeface="Arial" panose="020B0604020202090204" pitchFamily="34" charset="0"/>
              <a:buChar char="•"/>
            </a:pPr>
            <a:r>
              <a:rPr lang="zh-CN" altLang="en-US">
                <a:latin typeface="微软雅黑" charset="0"/>
                <a:ea typeface="微软雅黑" charset="0"/>
                <a:cs typeface="微软雅黑" charset="0"/>
                <a:sym typeface="+mn-ea"/>
              </a:rPr>
              <a:t>按需购买资源降低成本，容量按照实际使用量付费</a:t>
            </a:r>
          </a:p>
          <a:p>
            <a:pPr marL="285750" indent="-285750">
              <a:lnSpc>
                <a:spcPct val="150000"/>
              </a:lnSpc>
              <a:buFont typeface="Arial" panose="020B0604020202090204" pitchFamily="34" charset="0"/>
              <a:buChar char="•"/>
            </a:pPr>
            <a:r>
              <a:rPr lang="zh-CN" altLang="en-US">
                <a:latin typeface="微软雅黑" charset="0"/>
                <a:ea typeface="微软雅黑" charset="0"/>
                <a:cs typeface="微软雅黑" charset="0"/>
                <a:sym typeface="+mn-ea"/>
              </a:rPr>
              <a:t>额外增加的预配置性能单独计费，确保成本透明可控。</a:t>
            </a:r>
          </a:p>
        </p:txBody>
      </p:sp>
      <p:sp>
        <p:nvSpPr>
          <p:cNvPr id="35" name="AutoShape 17"/>
          <p:cNvSpPr/>
          <p:nvPr>
            <p:custDataLst>
              <p:tags r:id="rId34"/>
            </p:custDataLst>
          </p:nvPr>
        </p:nvSpPr>
        <p:spPr>
          <a:xfrm>
            <a:off x="7164070" y="5287645"/>
            <a:ext cx="3521075" cy="372745"/>
          </a:xfrm>
          <a:prstGeom prst="rect">
            <a:avLst/>
          </a:prstGeom>
          <a:noFill/>
          <a:ln w="12700">
            <a:noFill/>
            <a:prstDash val="solid"/>
          </a:ln>
        </p:spPr>
        <p:txBody>
          <a:bodyPr lIns="95250" tIns="47625" rIns="95250" bIns="47625" rtlCol="0" anchor="ctr" anchorCtr="0">
            <a:noAutofit/>
          </a:bodyPr>
          <a:lstStyle/>
          <a:p>
            <a:pPr algn="l">
              <a:lnSpc>
                <a:spcPct val="150000"/>
              </a:lnSpc>
              <a:buSzTx/>
              <a:defRPr/>
            </a:pPr>
            <a:r>
              <a:rPr lang="zh-CN" altLang="en-US" sz="1800" i="0" u="none" strike="noStrike">
                <a:solidFill>
                  <a:srgbClr val="0053FF"/>
                </a:solidFill>
                <a:latin typeface="微软雅黑" charset="0"/>
                <a:ea typeface="微软雅黑" charset="0"/>
                <a:cs typeface="微软雅黑" charset="0"/>
              </a:rPr>
              <a:t>尽可能降低学习成本</a:t>
            </a:r>
          </a:p>
        </p:txBody>
      </p:sp>
      <p:sp>
        <p:nvSpPr>
          <p:cNvPr id="46" name="矩形 45"/>
          <p:cNvSpPr/>
          <p:nvPr>
            <p:custDataLst>
              <p:tags r:id="rId35"/>
            </p:custDataLst>
          </p:nvPr>
        </p:nvSpPr>
        <p:spPr>
          <a:xfrm>
            <a:off x="7017385" y="5401310"/>
            <a:ext cx="146685" cy="252000"/>
          </a:xfrm>
          <a:prstGeom prst="rect">
            <a:avLst/>
          </a:prstGeom>
          <a:solidFill>
            <a:srgbClr val="0053FF"/>
          </a:solidFill>
          <a:ln>
            <a:solidFill>
              <a:srgbClr val="0053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47" name="直接连接符 46"/>
          <p:cNvCxnSpPr>
            <a:stCxn id="46" idx="2"/>
          </p:cNvCxnSpPr>
          <p:nvPr>
            <p:custDataLst>
              <p:tags r:id="rId36"/>
            </p:custDataLst>
          </p:nvPr>
        </p:nvCxnSpPr>
        <p:spPr>
          <a:xfrm>
            <a:off x="7017385" y="5653405"/>
            <a:ext cx="4723130" cy="0"/>
          </a:xfrm>
          <a:prstGeom prst="line">
            <a:avLst/>
          </a:prstGeom>
          <a:ln>
            <a:solidFill>
              <a:srgbClr val="0053FF"/>
            </a:solidFill>
          </a:ln>
        </p:spPr>
        <p:style>
          <a:lnRef idx="2">
            <a:schemeClr val="accent1"/>
          </a:lnRef>
          <a:fillRef idx="0">
            <a:srgbClr val="FFFFFF"/>
          </a:fillRef>
          <a:effectRef idx="0">
            <a:srgbClr val="FFFFFF"/>
          </a:effectRef>
          <a:fontRef idx="minor">
            <a:schemeClr val="tx1"/>
          </a:fontRef>
        </p:style>
      </p:cxnSp>
      <p:sp>
        <p:nvSpPr>
          <p:cNvPr id="48" name="文本框 47"/>
          <p:cNvSpPr txBox="1"/>
          <p:nvPr/>
        </p:nvSpPr>
        <p:spPr>
          <a:xfrm>
            <a:off x="7164070" y="5671185"/>
            <a:ext cx="4642485" cy="737235"/>
          </a:xfrm>
          <a:prstGeom prst="rect">
            <a:avLst/>
          </a:prstGeom>
          <a:noFill/>
        </p:spPr>
        <p:txBody>
          <a:bodyPr wrap="square" rtlCol="0" anchor="t">
            <a:spAutoFit/>
          </a:bodyPr>
          <a:lstStyle/>
          <a:p>
            <a:pPr marL="285750" indent="-285750">
              <a:lnSpc>
                <a:spcPct val="150000"/>
              </a:lnSpc>
              <a:buFont typeface="Arial" panose="020B0604020202090204" pitchFamily="34" charset="0"/>
              <a:buChar char="•"/>
            </a:pPr>
            <a:r>
              <a:rPr lang="zh-CN" altLang="en-US">
                <a:latin typeface="微软雅黑" charset="0"/>
                <a:ea typeface="微软雅黑" charset="0"/>
                <a:cs typeface="微软雅黑" charset="0"/>
                <a:sym typeface="+mn-ea"/>
              </a:rPr>
              <a:t>在无需预配置性能时，购买和使用方式与传统文件存储 NAS 保持一致，降低用户的学习成本。</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占位符 8"/>
          <p:cNvSpPr>
            <a:spLocks noGrp="1"/>
          </p:cNvSpPr>
          <p:nvPr>
            <p:ph type="body" sz="quarter" idx="44"/>
          </p:nvPr>
        </p:nvSpPr>
        <p:spPr/>
        <p:txBody>
          <a:bodyPr/>
          <a:lstStyle/>
          <a:p>
            <a:r>
              <a:rPr lang="zh-CN" altLang="en-US"/>
              <a:t>智能数据流动</a:t>
            </a:r>
          </a:p>
        </p:txBody>
      </p:sp>
      <p:grpSp>
        <p:nvGrpSpPr>
          <p:cNvPr id="45" name="组合 44"/>
          <p:cNvGrpSpPr/>
          <p:nvPr/>
        </p:nvGrpSpPr>
        <p:grpSpPr>
          <a:xfrm>
            <a:off x="1671955" y="3627755"/>
            <a:ext cx="8941435" cy="1733550"/>
            <a:chOff x="2601" y="5750"/>
            <a:chExt cx="14081" cy="2730"/>
          </a:xfrm>
        </p:grpSpPr>
        <p:sp>
          <p:nvSpPr>
            <p:cNvPr id="15" name="矩形 14"/>
            <p:cNvSpPr/>
            <p:nvPr/>
          </p:nvSpPr>
          <p:spPr>
            <a:xfrm>
              <a:off x="12136" y="5750"/>
              <a:ext cx="4547" cy="2730"/>
            </a:xfrm>
            <a:prstGeom prst="rect">
              <a:avLst/>
            </a:prstGeom>
            <a:solidFill>
              <a:srgbClr val="00B0F0">
                <a:alpha val="5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charset="0"/>
                <a:ea typeface="微软雅黑" charset="0"/>
              </a:endParaRPr>
            </a:p>
          </p:txBody>
        </p:sp>
        <p:sp>
          <p:nvSpPr>
            <p:cNvPr id="18" name="矩形 17"/>
            <p:cNvSpPr/>
            <p:nvPr>
              <p:custDataLst>
                <p:tags r:id="rId4"/>
              </p:custDataLst>
            </p:nvPr>
          </p:nvSpPr>
          <p:spPr>
            <a:xfrm>
              <a:off x="5349" y="5750"/>
              <a:ext cx="6787" cy="2730"/>
            </a:xfrm>
            <a:prstGeom prst="rect">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charset="0"/>
                <a:ea typeface="微软雅黑" charset="0"/>
              </a:endParaRPr>
            </a:p>
          </p:txBody>
        </p:sp>
        <p:pic>
          <p:nvPicPr>
            <p:cNvPr id="22" name="图片 21"/>
            <p:cNvPicPr>
              <a:picLocks noChangeAspect="1"/>
            </p:cNvPicPr>
            <p:nvPr>
              <p:custDataLst>
                <p:tags r:id="rId5"/>
              </p:custDataLst>
            </p:nvPr>
          </p:nvPicPr>
          <p:blipFill>
            <a:blip r:embed="rId20"/>
            <a:stretch>
              <a:fillRect/>
            </a:stretch>
          </p:blipFill>
          <p:spPr>
            <a:xfrm>
              <a:off x="15166" y="6619"/>
              <a:ext cx="918" cy="918"/>
            </a:xfrm>
            <a:prstGeom prst="rect">
              <a:avLst/>
            </a:prstGeom>
          </p:spPr>
        </p:pic>
        <p:pic>
          <p:nvPicPr>
            <p:cNvPr id="23" name="图片 22"/>
            <p:cNvPicPr>
              <a:picLocks noChangeAspect="1"/>
            </p:cNvPicPr>
            <p:nvPr>
              <p:custDataLst>
                <p:tags r:id="rId6"/>
              </p:custDataLst>
            </p:nvPr>
          </p:nvPicPr>
          <p:blipFill>
            <a:blip r:embed="rId21"/>
            <a:stretch>
              <a:fillRect/>
            </a:stretch>
          </p:blipFill>
          <p:spPr>
            <a:xfrm>
              <a:off x="6493" y="6619"/>
              <a:ext cx="919" cy="919"/>
            </a:xfrm>
            <a:prstGeom prst="rect">
              <a:avLst/>
            </a:prstGeom>
          </p:spPr>
        </p:pic>
        <p:sp>
          <p:nvSpPr>
            <p:cNvPr id="24" name="右箭头 23"/>
            <p:cNvSpPr/>
            <p:nvPr/>
          </p:nvSpPr>
          <p:spPr>
            <a:xfrm>
              <a:off x="10186" y="6270"/>
              <a:ext cx="3912" cy="637"/>
            </a:xfrm>
            <a:prstGeom prst="rightArrow">
              <a:avLst/>
            </a:prstGeom>
            <a:solidFill>
              <a:schemeClr val="bg1">
                <a:lumMod val="85000"/>
                <a:alpha val="50000"/>
              </a:schemeClr>
            </a:solidFill>
            <a:ln w="9525" cap="flat" cmpd="sng">
              <a:no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charset="0"/>
                <a:ea typeface="微软雅黑" charset="0"/>
              </a:endParaRPr>
            </a:p>
          </p:txBody>
        </p:sp>
        <p:sp>
          <p:nvSpPr>
            <p:cNvPr id="25" name="右箭头 24"/>
            <p:cNvSpPr/>
            <p:nvPr>
              <p:custDataLst>
                <p:tags r:id="rId7"/>
              </p:custDataLst>
            </p:nvPr>
          </p:nvSpPr>
          <p:spPr>
            <a:xfrm rot="10800000">
              <a:off x="10186" y="7301"/>
              <a:ext cx="3912" cy="637"/>
            </a:xfrm>
            <a:prstGeom prst="rightArrow">
              <a:avLst/>
            </a:prstGeom>
            <a:solidFill>
              <a:schemeClr val="bg1">
                <a:lumMod val="85000"/>
                <a:alpha val="50000"/>
              </a:schemeClr>
            </a:solidFill>
            <a:ln w="9525" cap="flat" cmpd="sng">
              <a:no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charset="0"/>
                <a:ea typeface="微软雅黑" charset="0"/>
              </a:endParaRPr>
            </a:p>
          </p:txBody>
        </p:sp>
        <p:sp>
          <p:nvSpPr>
            <p:cNvPr id="26" name="文本框 25"/>
            <p:cNvSpPr txBox="1"/>
            <p:nvPr/>
          </p:nvSpPr>
          <p:spPr>
            <a:xfrm>
              <a:off x="11411" y="6395"/>
              <a:ext cx="1462" cy="386"/>
            </a:xfrm>
            <a:prstGeom prst="rect">
              <a:avLst/>
            </a:prstGeom>
            <a:noFill/>
          </p:spPr>
          <p:txBody>
            <a:bodyPr wrap="square" rtlCol="0">
              <a:spAutoFit/>
            </a:bodyPr>
            <a:lstStyle/>
            <a:p>
              <a:pPr algn="ctr"/>
              <a:r>
                <a:rPr lang="zh-CN" altLang="en-US" sz="1000">
                  <a:solidFill>
                    <a:schemeClr val="accent5"/>
                  </a:solidFill>
                  <a:latin typeface="微软雅黑" charset="0"/>
                  <a:ea typeface="微软雅黑" charset="0"/>
                </a:rPr>
                <a:t>数据沉降</a:t>
              </a:r>
            </a:p>
          </p:txBody>
        </p:sp>
        <p:sp>
          <p:nvSpPr>
            <p:cNvPr id="27" name="文本框 26"/>
            <p:cNvSpPr txBox="1"/>
            <p:nvPr>
              <p:custDataLst>
                <p:tags r:id="rId8"/>
              </p:custDataLst>
            </p:nvPr>
          </p:nvSpPr>
          <p:spPr>
            <a:xfrm>
              <a:off x="10525" y="7434"/>
              <a:ext cx="3234" cy="386"/>
            </a:xfrm>
            <a:prstGeom prst="rect">
              <a:avLst/>
            </a:prstGeom>
            <a:noFill/>
          </p:spPr>
          <p:txBody>
            <a:bodyPr wrap="square" rtlCol="0">
              <a:spAutoFit/>
            </a:bodyPr>
            <a:lstStyle/>
            <a:p>
              <a:pPr algn="ctr"/>
              <a:r>
                <a:rPr lang="zh-CN" altLang="en-US" sz="1000">
                  <a:solidFill>
                    <a:schemeClr val="accent2"/>
                  </a:solidFill>
                  <a:latin typeface="微软雅黑" charset="0"/>
                  <a:ea typeface="微软雅黑" charset="0"/>
                  <a:cs typeface="微软雅黑" charset="0"/>
                </a:rPr>
                <a:t>数据加载</a:t>
              </a:r>
              <a:r>
                <a:rPr lang="en-US" altLang="zh-CN" sz="1000">
                  <a:solidFill>
                    <a:schemeClr val="accent2"/>
                  </a:solidFill>
                  <a:latin typeface="微软雅黑" charset="0"/>
                  <a:ea typeface="微软雅黑" charset="0"/>
                  <a:cs typeface="微软雅黑" charset="0"/>
                </a:rPr>
                <a:t>: lazy load / preload</a:t>
              </a:r>
            </a:p>
          </p:txBody>
        </p:sp>
        <p:sp>
          <p:nvSpPr>
            <p:cNvPr id="30" name="矩形 29"/>
            <p:cNvSpPr/>
            <p:nvPr>
              <p:custDataLst>
                <p:tags r:id="rId9"/>
              </p:custDataLst>
            </p:nvPr>
          </p:nvSpPr>
          <p:spPr>
            <a:xfrm>
              <a:off x="2601" y="5750"/>
              <a:ext cx="2748" cy="2730"/>
            </a:xfrm>
            <a:prstGeom prst="rect">
              <a:avLst/>
            </a:prstGeom>
            <a:solidFill>
              <a:schemeClr val="tx1">
                <a:lumMod val="50000"/>
                <a:lumOff val="50000"/>
                <a:alpha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charset="0"/>
                <a:ea typeface="微软雅黑" charset="0"/>
              </a:endParaRPr>
            </a:p>
          </p:txBody>
        </p:sp>
        <p:pic>
          <p:nvPicPr>
            <p:cNvPr id="31" name="图片 30"/>
            <p:cNvPicPr>
              <a:picLocks noChangeAspect="1"/>
            </p:cNvPicPr>
            <p:nvPr>
              <p:custDataLst>
                <p:tags r:id="rId10"/>
              </p:custDataLst>
            </p:nvPr>
          </p:nvPicPr>
          <p:blipFill>
            <a:blip r:embed="rId22"/>
            <a:stretch>
              <a:fillRect/>
            </a:stretch>
          </p:blipFill>
          <p:spPr>
            <a:xfrm>
              <a:off x="2977" y="6618"/>
              <a:ext cx="920" cy="920"/>
            </a:xfrm>
            <a:prstGeom prst="rect">
              <a:avLst/>
            </a:prstGeom>
          </p:spPr>
        </p:pic>
        <p:sp>
          <p:nvSpPr>
            <p:cNvPr id="32" name="右箭头 31"/>
            <p:cNvSpPr/>
            <p:nvPr>
              <p:custDataLst>
                <p:tags r:id="rId11"/>
              </p:custDataLst>
            </p:nvPr>
          </p:nvSpPr>
          <p:spPr>
            <a:xfrm rot="10800000">
              <a:off x="4254" y="6760"/>
              <a:ext cx="2017" cy="637"/>
            </a:xfrm>
            <a:prstGeom prst="rightArrow">
              <a:avLst/>
            </a:prstGeom>
            <a:solidFill>
              <a:schemeClr val="bg1">
                <a:lumMod val="85000"/>
                <a:alpha val="50000"/>
              </a:schemeClr>
            </a:solidFill>
            <a:ln w="9525" cap="flat" cmpd="sng">
              <a:noFill/>
              <a:prstDash val="solid"/>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SzTx/>
              </a:pPr>
              <a:endParaRPr lang="zh-CN" altLang="en-US">
                <a:latin typeface="微软雅黑" charset="0"/>
                <a:ea typeface="微软雅黑" charset="0"/>
                <a:sym typeface="+mn-ea"/>
              </a:endParaRPr>
            </a:p>
          </p:txBody>
        </p:sp>
        <p:sp>
          <p:nvSpPr>
            <p:cNvPr id="33" name="文本框 32"/>
            <p:cNvSpPr txBox="1"/>
            <p:nvPr>
              <p:custDataLst>
                <p:tags r:id="rId12"/>
              </p:custDataLst>
            </p:nvPr>
          </p:nvSpPr>
          <p:spPr>
            <a:xfrm>
              <a:off x="4622" y="6885"/>
              <a:ext cx="1462" cy="386"/>
            </a:xfrm>
            <a:prstGeom prst="rect">
              <a:avLst/>
            </a:prstGeom>
            <a:noFill/>
          </p:spPr>
          <p:txBody>
            <a:bodyPr wrap="square" rtlCol="0">
              <a:spAutoFit/>
            </a:bodyPr>
            <a:lstStyle/>
            <a:p>
              <a:pPr algn="ctr"/>
              <a:r>
                <a:rPr lang="zh-CN" altLang="en-US" sz="1000">
                  <a:solidFill>
                    <a:srgbClr val="FF0000"/>
                  </a:solidFill>
                  <a:latin typeface="微软雅黑" charset="0"/>
                  <a:ea typeface="微软雅黑" charset="0"/>
                </a:rPr>
                <a:t>数据淘汰</a:t>
              </a:r>
            </a:p>
          </p:txBody>
        </p:sp>
        <p:sp>
          <p:nvSpPr>
            <p:cNvPr id="34" name="文本框 33"/>
            <p:cNvSpPr txBox="1"/>
            <p:nvPr>
              <p:custDataLst>
                <p:tags r:id="rId13"/>
              </p:custDataLst>
            </p:nvPr>
          </p:nvSpPr>
          <p:spPr>
            <a:xfrm>
              <a:off x="7572" y="5948"/>
              <a:ext cx="1737" cy="386"/>
            </a:xfrm>
            <a:prstGeom prst="rect">
              <a:avLst/>
            </a:prstGeom>
            <a:noFill/>
          </p:spPr>
          <p:txBody>
            <a:bodyPr wrap="square" rtlCol="0">
              <a:spAutoFit/>
            </a:bodyPr>
            <a:lstStyle/>
            <a:p>
              <a:pPr algn="l"/>
              <a:r>
                <a:rPr lang="zh-CN" altLang="en-US" sz="1000">
                  <a:solidFill>
                    <a:schemeClr val="bg1"/>
                  </a:solidFill>
                  <a:latin typeface="微软雅黑" charset="0"/>
                  <a:ea typeface="微软雅黑" charset="0"/>
                </a:rPr>
                <a:t>智能策略驱动</a:t>
              </a:r>
            </a:p>
          </p:txBody>
        </p:sp>
        <p:sp>
          <p:nvSpPr>
            <p:cNvPr id="35" name="文本框 34"/>
            <p:cNvSpPr txBox="1"/>
            <p:nvPr>
              <p:custDataLst>
                <p:tags r:id="rId14"/>
              </p:custDataLst>
            </p:nvPr>
          </p:nvSpPr>
          <p:spPr>
            <a:xfrm>
              <a:off x="7572" y="6440"/>
              <a:ext cx="2142" cy="386"/>
            </a:xfrm>
            <a:prstGeom prst="rect">
              <a:avLst/>
            </a:prstGeom>
            <a:noFill/>
          </p:spPr>
          <p:txBody>
            <a:bodyPr wrap="square" rtlCol="0">
              <a:spAutoFit/>
            </a:bodyPr>
            <a:lstStyle/>
            <a:p>
              <a:pPr algn="l"/>
              <a:r>
                <a:rPr lang="zh-CN" altLang="en-US" sz="1000">
                  <a:solidFill>
                    <a:schemeClr val="bg1"/>
                  </a:solidFill>
                  <a:latin typeface="微软雅黑" charset="0"/>
                  <a:ea typeface="微软雅黑" charset="0"/>
                </a:rPr>
                <a:t>一次性导入导出任务</a:t>
              </a:r>
            </a:p>
          </p:txBody>
        </p:sp>
        <p:sp>
          <p:nvSpPr>
            <p:cNvPr id="36" name="文本框 35"/>
            <p:cNvSpPr txBox="1"/>
            <p:nvPr>
              <p:custDataLst>
                <p:tags r:id="rId15"/>
              </p:custDataLst>
            </p:nvPr>
          </p:nvSpPr>
          <p:spPr>
            <a:xfrm>
              <a:off x="7572" y="6932"/>
              <a:ext cx="1737" cy="386"/>
            </a:xfrm>
            <a:prstGeom prst="rect">
              <a:avLst/>
            </a:prstGeom>
            <a:noFill/>
          </p:spPr>
          <p:txBody>
            <a:bodyPr wrap="square" rtlCol="0">
              <a:spAutoFit/>
            </a:bodyPr>
            <a:lstStyle/>
            <a:p>
              <a:pPr algn="l"/>
              <a:r>
                <a:rPr lang="zh-CN" altLang="en-US" sz="1000">
                  <a:solidFill>
                    <a:schemeClr val="bg1"/>
                  </a:solidFill>
                  <a:latin typeface="微软雅黑" charset="0"/>
                  <a:ea typeface="微软雅黑" charset="0"/>
                </a:rPr>
                <a:t>双向数据同步</a:t>
              </a:r>
            </a:p>
          </p:txBody>
        </p:sp>
        <p:sp>
          <p:nvSpPr>
            <p:cNvPr id="37" name="文本框 36"/>
            <p:cNvSpPr txBox="1"/>
            <p:nvPr>
              <p:custDataLst>
                <p:tags r:id="rId16"/>
              </p:custDataLst>
            </p:nvPr>
          </p:nvSpPr>
          <p:spPr>
            <a:xfrm>
              <a:off x="7572" y="7424"/>
              <a:ext cx="1737" cy="386"/>
            </a:xfrm>
            <a:prstGeom prst="rect">
              <a:avLst/>
            </a:prstGeom>
            <a:noFill/>
          </p:spPr>
          <p:txBody>
            <a:bodyPr wrap="square" rtlCol="0">
              <a:spAutoFit/>
            </a:bodyPr>
            <a:lstStyle/>
            <a:p>
              <a:pPr algn="l"/>
              <a:r>
                <a:rPr lang="zh-CN" altLang="en-US" sz="1000">
                  <a:solidFill>
                    <a:schemeClr val="bg1"/>
                  </a:solidFill>
                  <a:latin typeface="微软雅黑" charset="0"/>
                  <a:ea typeface="微软雅黑" charset="0"/>
                </a:rPr>
                <a:t>精细化文件筛选</a:t>
              </a:r>
            </a:p>
          </p:txBody>
        </p:sp>
        <p:sp>
          <p:nvSpPr>
            <p:cNvPr id="38" name="文本框 37"/>
            <p:cNvSpPr txBox="1"/>
            <p:nvPr>
              <p:custDataLst>
                <p:tags r:id="rId17"/>
              </p:custDataLst>
            </p:nvPr>
          </p:nvSpPr>
          <p:spPr>
            <a:xfrm>
              <a:off x="7572" y="7916"/>
              <a:ext cx="2018" cy="386"/>
            </a:xfrm>
            <a:prstGeom prst="rect">
              <a:avLst/>
            </a:prstGeom>
            <a:noFill/>
          </p:spPr>
          <p:txBody>
            <a:bodyPr wrap="square" rtlCol="0">
              <a:spAutoFit/>
            </a:bodyPr>
            <a:lstStyle/>
            <a:p>
              <a:pPr algn="l"/>
              <a:r>
                <a:rPr lang="zh-CN" altLang="en-US" sz="1000">
                  <a:solidFill>
                    <a:schemeClr val="bg1"/>
                  </a:solidFill>
                  <a:latin typeface="微软雅黑" charset="0"/>
                  <a:ea typeface="微软雅黑" charset="0"/>
                </a:rPr>
                <a:t>超大数据流动带宽</a:t>
              </a:r>
            </a:p>
          </p:txBody>
        </p:sp>
        <p:sp>
          <p:nvSpPr>
            <p:cNvPr id="40" name="圆角矩形 39"/>
            <p:cNvSpPr/>
            <p:nvPr/>
          </p:nvSpPr>
          <p:spPr>
            <a:xfrm>
              <a:off x="6494" y="7499"/>
              <a:ext cx="918" cy="235"/>
            </a:xfrm>
            <a:prstGeom prst="roundRect">
              <a:avLst>
                <a:gd name="adj" fmla="val 50000"/>
              </a:avLst>
            </a:prstGeom>
            <a:solidFill>
              <a:schemeClr val="bg1"/>
            </a:solidFill>
            <a:ln w="63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000">
                  <a:solidFill>
                    <a:schemeClr val="tx1">
                      <a:lumMod val="50000"/>
                      <a:lumOff val="50000"/>
                    </a:schemeClr>
                  </a:solidFill>
                </a:rPr>
                <a:t>NAS</a:t>
              </a:r>
            </a:p>
          </p:txBody>
        </p:sp>
        <p:sp>
          <p:nvSpPr>
            <p:cNvPr id="41" name="圆角矩形 40"/>
            <p:cNvSpPr/>
            <p:nvPr>
              <p:custDataLst>
                <p:tags r:id="rId18"/>
              </p:custDataLst>
            </p:nvPr>
          </p:nvSpPr>
          <p:spPr>
            <a:xfrm>
              <a:off x="15166" y="7499"/>
              <a:ext cx="918" cy="235"/>
            </a:xfrm>
            <a:prstGeom prst="roundRect">
              <a:avLst>
                <a:gd name="adj" fmla="val 50000"/>
              </a:avLst>
            </a:prstGeom>
            <a:solidFill>
              <a:schemeClr val="bg1"/>
            </a:solidFill>
            <a:ln w="63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000">
                  <a:solidFill>
                    <a:schemeClr val="tx1">
                      <a:lumMod val="50000"/>
                      <a:lumOff val="50000"/>
                    </a:schemeClr>
                  </a:solidFill>
                </a:rPr>
                <a:t>TOS</a:t>
              </a:r>
            </a:p>
          </p:txBody>
        </p:sp>
      </p:grpSp>
      <p:sp>
        <p:nvSpPr>
          <p:cNvPr id="42" name="AutoShape 3"/>
          <p:cNvSpPr/>
          <p:nvPr>
            <p:custDataLst>
              <p:tags r:id="rId1"/>
            </p:custDataLst>
          </p:nvPr>
        </p:nvSpPr>
        <p:spPr>
          <a:xfrm>
            <a:off x="1671955" y="1387475"/>
            <a:ext cx="1571625" cy="1571625"/>
          </a:xfrm>
          <a:prstGeom prst="ellipse">
            <a:avLst/>
          </a:prstGeom>
          <a:solidFill>
            <a:schemeClr val="bg1">
              <a:lumMod val="95000"/>
            </a:schemeClr>
          </a:solidFill>
          <a:ln w="50800">
            <a:solidFill>
              <a:srgbClr val="0053FF">
                <a:alpha val="100000"/>
              </a:srgbClr>
            </a:solidFill>
            <a:prstDash val="solid"/>
          </a:ln>
        </p:spPr>
        <p:txBody>
          <a:bodyPr lIns="95250" tIns="95250" rIns="95250" bIns="95250" rtlCol="0" anchor="ctr">
            <a:noAutofit/>
          </a:bodyPr>
          <a:lstStyle/>
          <a:p>
            <a:pPr indent="0" algn="ctr">
              <a:lnSpc>
                <a:spcPct val="100000"/>
              </a:lnSpc>
              <a:defRPr/>
            </a:pPr>
            <a:r>
              <a:rPr lang="zh-CN" altLang="en-US" sz="1800">
                <a:solidFill>
                  <a:srgbClr val="0053FF"/>
                </a:solidFill>
              </a:rPr>
              <a:t>性能需求多样化</a:t>
            </a:r>
          </a:p>
        </p:txBody>
      </p:sp>
      <p:sp>
        <p:nvSpPr>
          <p:cNvPr id="43" name="AutoShape 3"/>
          <p:cNvSpPr/>
          <p:nvPr>
            <p:custDataLst>
              <p:tags r:id="rId2"/>
            </p:custDataLst>
          </p:nvPr>
        </p:nvSpPr>
        <p:spPr>
          <a:xfrm>
            <a:off x="5356860" y="1387475"/>
            <a:ext cx="1571625" cy="1571625"/>
          </a:xfrm>
          <a:prstGeom prst="ellipse">
            <a:avLst/>
          </a:prstGeom>
          <a:solidFill>
            <a:schemeClr val="bg1">
              <a:lumMod val="95000"/>
            </a:schemeClr>
          </a:solidFill>
          <a:ln w="50800">
            <a:solidFill>
              <a:srgbClr val="0053FF">
                <a:alpha val="100000"/>
              </a:srgbClr>
            </a:solidFill>
            <a:prstDash val="solid"/>
          </a:ln>
        </p:spPr>
        <p:txBody>
          <a:bodyPr lIns="95250" tIns="95250" rIns="95250" bIns="95250" rtlCol="0" anchor="ctr">
            <a:noAutofit/>
          </a:bodyPr>
          <a:lstStyle/>
          <a:p>
            <a:pPr indent="0" algn="ctr">
              <a:lnSpc>
                <a:spcPct val="100000"/>
              </a:lnSpc>
              <a:defRPr/>
            </a:pPr>
            <a:r>
              <a:rPr lang="zh-CN" altLang="en-US" sz="1800">
                <a:solidFill>
                  <a:srgbClr val="0053FF"/>
                </a:solidFill>
              </a:rPr>
              <a:t>冷数据</a:t>
            </a:r>
          </a:p>
          <a:p>
            <a:pPr indent="0" algn="ctr">
              <a:lnSpc>
                <a:spcPct val="100000"/>
              </a:lnSpc>
              <a:defRPr/>
            </a:pPr>
            <a:r>
              <a:rPr lang="zh-CN" altLang="en-US" sz="1800">
                <a:solidFill>
                  <a:srgbClr val="0053FF"/>
                </a:solidFill>
              </a:rPr>
              <a:t>成本挑战</a:t>
            </a:r>
          </a:p>
        </p:txBody>
      </p:sp>
      <p:sp>
        <p:nvSpPr>
          <p:cNvPr id="44" name="AutoShape 3"/>
          <p:cNvSpPr/>
          <p:nvPr>
            <p:custDataLst>
              <p:tags r:id="rId3"/>
            </p:custDataLst>
          </p:nvPr>
        </p:nvSpPr>
        <p:spPr>
          <a:xfrm>
            <a:off x="9042400" y="1387475"/>
            <a:ext cx="1571625" cy="1571625"/>
          </a:xfrm>
          <a:prstGeom prst="ellipse">
            <a:avLst/>
          </a:prstGeom>
          <a:solidFill>
            <a:schemeClr val="bg1">
              <a:lumMod val="95000"/>
            </a:schemeClr>
          </a:solidFill>
          <a:ln w="50800">
            <a:solidFill>
              <a:srgbClr val="0053FF">
                <a:alpha val="100000"/>
              </a:srgbClr>
            </a:solidFill>
            <a:prstDash val="solid"/>
          </a:ln>
        </p:spPr>
        <p:txBody>
          <a:bodyPr lIns="95250" tIns="95250" rIns="95250" bIns="95250" rtlCol="0" anchor="ctr">
            <a:noAutofit/>
          </a:bodyPr>
          <a:lstStyle/>
          <a:p>
            <a:pPr indent="0" algn="ctr">
              <a:lnSpc>
                <a:spcPct val="100000"/>
              </a:lnSpc>
              <a:defRPr/>
            </a:pPr>
            <a:r>
              <a:rPr lang="zh-CN" altLang="en-US" sz="1800">
                <a:solidFill>
                  <a:srgbClr val="0053FF"/>
                </a:solidFill>
              </a:rPr>
              <a:t>生命周期</a:t>
            </a:r>
          </a:p>
          <a:p>
            <a:pPr indent="0" algn="ctr">
              <a:lnSpc>
                <a:spcPct val="100000"/>
              </a:lnSpc>
              <a:defRPr/>
            </a:pPr>
            <a:r>
              <a:rPr lang="zh-CN" altLang="en-US" sz="1800">
                <a:solidFill>
                  <a:srgbClr val="0053FF"/>
                </a:solidFill>
              </a:rPr>
              <a:t>管理复杂</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圆柱形 26"/>
          <p:cNvSpPr/>
          <p:nvPr>
            <p:custDataLst>
              <p:tags r:id="rId1"/>
            </p:custDataLst>
          </p:nvPr>
        </p:nvSpPr>
        <p:spPr>
          <a:xfrm>
            <a:off x="6167755" y="1894205"/>
            <a:ext cx="755015" cy="330200"/>
          </a:xfrm>
          <a:prstGeom prst="can">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文本占位符 1"/>
          <p:cNvSpPr>
            <a:spLocks noGrp="1"/>
          </p:cNvSpPr>
          <p:nvPr>
            <p:ph type="body" sz="quarter" idx="44"/>
          </p:nvPr>
        </p:nvSpPr>
        <p:spPr/>
        <p:txBody>
          <a:bodyPr/>
          <a:lstStyle/>
          <a:p>
            <a:r>
              <a:rPr lang="zh-CN" altLang="en-US"/>
              <a:t>数据流动支持的操作类型</a:t>
            </a:r>
          </a:p>
        </p:txBody>
      </p:sp>
      <p:graphicFrame>
        <p:nvGraphicFramePr>
          <p:cNvPr id="9" name="表格 8"/>
          <p:cNvGraphicFramePr/>
          <p:nvPr>
            <p:custDataLst>
              <p:tags r:id="rId2"/>
            </p:custDataLst>
          </p:nvPr>
        </p:nvGraphicFramePr>
        <p:xfrm>
          <a:off x="567690" y="2851150"/>
          <a:ext cx="11064875" cy="2811780"/>
        </p:xfrm>
        <a:graphic>
          <a:graphicData uri="http://schemas.openxmlformats.org/drawingml/2006/table">
            <a:tbl>
              <a:tblPr/>
              <a:tblGrid>
                <a:gridCol w="911225">
                  <a:extLst>
                    <a:ext uri="{9D8B030D-6E8A-4147-A177-3AD203B41FA5}">
                      <a16:colId xmlns:a16="http://schemas.microsoft.com/office/drawing/2014/main" val="20000"/>
                    </a:ext>
                  </a:extLst>
                </a:gridCol>
                <a:gridCol w="3384550">
                  <a:extLst>
                    <a:ext uri="{9D8B030D-6E8A-4147-A177-3AD203B41FA5}">
                      <a16:colId xmlns:a16="http://schemas.microsoft.com/office/drawing/2014/main" val="20001"/>
                    </a:ext>
                  </a:extLst>
                </a:gridCol>
                <a:gridCol w="3384550">
                  <a:extLst>
                    <a:ext uri="{9D8B030D-6E8A-4147-A177-3AD203B41FA5}">
                      <a16:colId xmlns:a16="http://schemas.microsoft.com/office/drawing/2014/main" val="20002"/>
                    </a:ext>
                  </a:extLst>
                </a:gridCol>
                <a:gridCol w="3384550">
                  <a:extLst>
                    <a:ext uri="{9D8B030D-6E8A-4147-A177-3AD203B41FA5}">
                      <a16:colId xmlns:a16="http://schemas.microsoft.com/office/drawing/2014/main" val="20003"/>
                    </a:ext>
                  </a:extLst>
                </a:gridCol>
              </a:tblGrid>
              <a:tr h="411480">
                <a:tc>
                  <a:txBody>
                    <a:bodyPr/>
                    <a:lstStyle/>
                    <a:p>
                      <a:pPr marL="0" indent="0">
                        <a:lnSpc>
                          <a:spcPct val="150000"/>
                        </a:lnSpc>
                        <a:buNone/>
                      </a:pPr>
                      <a:r>
                        <a:rPr lang="zh-CN" altLang="en-US" sz="900">
                          <a:solidFill>
                            <a:schemeClr val="bg1"/>
                          </a:solidFill>
                          <a:latin typeface="微软雅黑" charset="0"/>
                          <a:ea typeface="微软雅黑" charset="0"/>
                        </a:rPr>
                        <a:t>操作</a:t>
                      </a: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chemeClr val="tx1"/>
                      </a:solidFill>
                      <a:prstDash val="solid"/>
                      <a:headEnd type="none" w="med" len="med"/>
                      <a:tailEnd type="none" w="med" len="med"/>
                    </a:lnT>
                    <a:lnB w="6350" cap="flat" cmpd="sng">
                      <a:solidFill>
                        <a:schemeClr val="tx1"/>
                      </a:solidFill>
                      <a:prstDash val="solid"/>
                      <a:headEnd type="none" w="med" len="med"/>
                      <a:tailEnd type="none" w="med" len="med"/>
                    </a:lnB>
                    <a:lnTlToBr>
                      <a:noFill/>
                    </a:lnTlToBr>
                    <a:lnBlToTr>
                      <a:noFill/>
                    </a:lnBlToTr>
                    <a:solidFill>
                      <a:srgbClr val="0053FF"/>
                    </a:solidFill>
                  </a:tcPr>
                </a:tc>
                <a:tc>
                  <a:txBody>
                    <a:bodyPr/>
                    <a:lstStyle/>
                    <a:p>
                      <a:pPr marL="0" indent="0" algn="ctr">
                        <a:lnSpc>
                          <a:spcPct val="150000"/>
                        </a:lnSpc>
                        <a:buNone/>
                      </a:pPr>
                      <a:r>
                        <a:rPr lang="zh-CN" sz="1400">
                          <a:solidFill>
                            <a:schemeClr val="bg1"/>
                          </a:solidFill>
                          <a:latin typeface="微软雅黑" charset="0"/>
                          <a:ea typeface="微软雅黑" charset="0"/>
                        </a:rPr>
                        <a:t>预热</a:t>
                      </a:r>
                      <a:endParaRPr lang="zh-CN" altLang="en-US" sz="1400">
                        <a:solidFill>
                          <a:schemeClr val="bg1"/>
                        </a:solidFill>
                        <a:latin typeface="微软雅黑" charset="0"/>
                        <a:ea typeface="微软雅黑" charset="0"/>
                      </a:endParaRP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chemeClr val="tx1"/>
                      </a:solidFill>
                      <a:prstDash val="solid"/>
                      <a:headEnd type="none" w="med" len="med"/>
                      <a:tailEnd type="none" w="med" len="med"/>
                    </a:lnT>
                    <a:lnB w="6350" cap="flat" cmpd="sng">
                      <a:solidFill>
                        <a:schemeClr val="tx1"/>
                      </a:solidFill>
                      <a:prstDash val="solid"/>
                      <a:headEnd type="none" w="med" len="med"/>
                      <a:tailEnd type="none" w="med" len="med"/>
                    </a:lnB>
                    <a:lnTlToBr>
                      <a:noFill/>
                    </a:lnTlToBr>
                    <a:lnBlToTr>
                      <a:noFill/>
                    </a:lnBlToTr>
                    <a:solidFill>
                      <a:srgbClr val="0053FF"/>
                    </a:solidFill>
                  </a:tcPr>
                </a:tc>
                <a:tc>
                  <a:txBody>
                    <a:bodyPr/>
                    <a:lstStyle/>
                    <a:p>
                      <a:pPr marL="0" indent="0" algn="ctr">
                        <a:lnSpc>
                          <a:spcPct val="150000"/>
                        </a:lnSpc>
                        <a:buNone/>
                      </a:pPr>
                      <a:r>
                        <a:rPr lang="zh-CN" sz="1400">
                          <a:solidFill>
                            <a:schemeClr val="bg1"/>
                          </a:solidFill>
                          <a:latin typeface="微软雅黑" charset="0"/>
                          <a:ea typeface="微软雅黑" charset="0"/>
                        </a:rPr>
                        <a:t>淘汰</a:t>
                      </a:r>
                      <a:endParaRPr lang="zh-CN" altLang="en-US" sz="1400">
                        <a:solidFill>
                          <a:schemeClr val="bg1"/>
                        </a:solidFill>
                        <a:latin typeface="微软雅黑" charset="0"/>
                        <a:ea typeface="微软雅黑" charset="0"/>
                      </a:endParaRP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chemeClr val="tx1"/>
                      </a:solidFill>
                      <a:prstDash val="solid"/>
                      <a:headEnd type="none" w="med" len="med"/>
                      <a:tailEnd type="none" w="med" len="med"/>
                    </a:lnT>
                    <a:lnB w="6350" cap="flat" cmpd="sng">
                      <a:solidFill>
                        <a:schemeClr val="tx1"/>
                      </a:solidFill>
                      <a:prstDash val="solid"/>
                      <a:headEnd type="none" w="med" len="med"/>
                      <a:tailEnd type="none" w="med" len="med"/>
                    </a:lnB>
                    <a:lnTlToBr>
                      <a:noFill/>
                    </a:lnTlToBr>
                    <a:lnBlToTr>
                      <a:noFill/>
                    </a:lnBlToTr>
                    <a:solidFill>
                      <a:srgbClr val="0053FF"/>
                    </a:solidFill>
                  </a:tcPr>
                </a:tc>
                <a:tc>
                  <a:txBody>
                    <a:bodyPr/>
                    <a:lstStyle/>
                    <a:p>
                      <a:pPr marL="0" indent="0" algn="ctr">
                        <a:lnSpc>
                          <a:spcPct val="150000"/>
                        </a:lnSpc>
                        <a:buNone/>
                      </a:pPr>
                      <a:r>
                        <a:rPr lang="zh-CN" sz="1400">
                          <a:solidFill>
                            <a:schemeClr val="bg1"/>
                          </a:solidFill>
                          <a:latin typeface="微软雅黑" charset="0"/>
                          <a:ea typeface="微软雅黑" charset="0"/>
                        </a:rPr>
                        <a:t>沉降</a:t>
                      </a:r>
                      <a:endParaRPr lang="zh-CN" altLang="en-US" sz="1400">
                        <a:solidFill>
                          <a:schemeClr val="bg1"/>
                        </a:solidFill>
                        <a:latin typeface="微软雅黑" charset="0"/>
                        <a:ea typeface="微软雅黑" charset="0"/>
                      </a:endParaRP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chemeClr val="tx1"/>
                      </a:solidFill>
                      <a:prstDash val="solid"/>
                      <a:headEnd type="none" w="med" len="med"/>
                      <a:tailEnd type="none" w="med" len="med"/>
                    </a:lnT>
                    <a:lnB w="6350" cap="flat" cmpd="sng">
                      <a:solidFill>
                        <a:schemeClr val="tx1"/>
                      </a:solidFill>
                      <a:prstDash val="solid"/>
                      <a:headEnd type="none" w="med" len="med"/>
                      <a:tailEnd type="none" w="med" len="med"/>
                    </a:lnB>
                    <a:lnTlToBr>
                      <a:noFill/>
                    </a:lnTlToBr>
                    <a:lnBlToTr>
                      <a:noFill/>
                    </a:lnBlToTr>
                    <a:solidFill>
                      <a:srgbClr val="0053FF"/>
                    </a:solidFill>
                  </a:tcPr>
                </a:tc>
                <a:extLst>
                  <a:ext uri="{0D108BD9-81ED-4DB2-BD59-A6C34878D82A}">
                    <a16:rowId xmlns:a16="http://schemas.microsoft.com/office/drawing/2014/main" val="10000"/>
                  </a:ext>
                </a:extLst>
              </a:tr>
              <a:tr h="502920">
                <a:tc>
                  <a:txBody>
                    <a:bodyPr/>
                    <a:lstStyle/>
                    <a:p>
                      <a:pPr marL="0" indent="0">
                        <a:lnSpc>
                          <a:spcPct val="150000"/>
                        </a:lnSpc>
                        <a:buNone/>
                      </a:pPr>
                      <a:r>
                        <a:rPr lang="zh-CN" sz="900">
                          <a:solidFill>
                            <a:srgbClr val="000000"/>
                          </a:solidFill>
                          <a:latin typeface="微软雅黑" charset="0"/>
                          <a:ea typeface="微软雅黑" charset="0"/>
                        </a:rPr>
                        <a:t>用途</a:t>
                      </a:r>
                      <a:endParaRPr lang="zh-CN" altLang="en-US" sz="900">
                        <a:solidFill>
                          <a:srgbClr val="000000"/>
                        </a:solidFill>
                        <a:latin typeface="微软雅黑" charset="0"/>
                        <a:ea typeface="微软雅黑" charset="0"/>
                      </a:endParaRP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chemeClr val="tx1"/>
                      </a:solidFill>
                      <a:prstDash val="solid"/>
                      <a:headEnd type="none" w="med" len="med"/>
                      <a:tailEnd type="none" w="med" len="med"/>
                    </a:lnT>
                    <a:lnB w="6350" cap="flat" cmpd="sng">
                      <a:solidFill>
                        <a:schemeClr val="tx1"/>
                      </a:solidFill>
                      <a:prstDash val="solid"/>
                      <a:headEnd type="none" w="med" len="med"/>
                      <a:tailEnd type="none" w="med" len="med"/>
                    </a:lnB>
                    <a:lnTlToBr>
                      <a:noFill/>
                    </a:lnTlToBr>
                    <a:lnBlToTr>
                      <a:noFill/>
                    </a:lnBlToTr>
                    <a:noFill/>
                  </a:tcPr>
                </a:tc>
                <a:tc>
                  <a:txBody>
                    <a:bodyPr/>
                    <a:lstStyle/>
                    <a:p>
                      <a:pPr marL="0" algn="l">
                        <a:lnSpc>
                          <a:spcPct val="150000"/>
                        </a:lnSpc>
                        <a:buSzTx/>
                        <a:buNone/>
                      </a:pPr>
                      <a:r>
                        <a:rPr lang="zh-CN" sz="900">
                          <a:solidFill>
                            <a:srgbClr val="000000"/>
                          </a:solidFill>
                          <a:latin typeface="微软雅黑" charset="0"/>
                          <a:ea typeface="微软雅黑" charset="0"/>
                        </a:rPr>
                        <a:t>从对象存储内加载元数据和数据到文件存储内。</a:t>
                      </a: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chemeClr val="tx1"/>
                      </a:solidFill>
                      <a:prstDash val="solid"/>
                      <a:headEnd type="none" w="med" len="med"/>
                      <a:tailEnd type="none" w="med" len="med"/>
                    </a:lnT>
                    <a:lnB w="6350" cap="flat" cmpd="sng">
                      <a:solidFill>
                        <a:schemeClr val="tx1"/>
                      </a:solidFill>
                      <a:prstDash val="solid"/>
                      <a:headEnd type="none" w="med" len="med"/>
                      <a:tailEnd type="none" w="med" len="med"/>
                    </a:lnB>
                    <a:lnTlToBr>
                      <a:noFill/>
                    </a:lnTlToBr>
                    <a:lnBlToTr>
                      <a:noFill/>
                    </a:lnBlToTr>
                    <a:noFill/>
                  </a:tcPr>
                </a:tc>
                <a:tc>
                  <a:txBody>
                    <a:bodyPr/>
                    <a:lstStyle/>
                    <a:p>
                      <a:pPr marL="0" algn="l">
                        <a:lnSpc>
                          <a:spcPct val="150000"/>
                        </a:lnSpc>
                        <a:buSzTx/>
                        <a:buNone/>
                      </a:pPr>
                      <a:r>
                        <a:rPr lang="zh-CN" sz="900">
                          <a:solidFill>
                            <a:srgbClr val="000000"/>
                          </a:solidFill>
                          <a:latin typeface="微软雅黑" charset="0"/>
                          <a:ea typeface="微软雅黑" charset="0"/>
                        </a:rPr>
                        <a:t>清除文件系统内的不常用数据，降低文件系统容量，进而降低存储使用成本。</a:t>
                      </a: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chemeClr val="tx1"/>
                      </a:solidFill>
                      <a:prstDash val="solid"/>
                      <a:headEnd type="none" w="med" len="med"/>
                      <a:tailEnd type="none" w="med" len="med"/>
                    </a:lnT>
                    <a:lnB w="6350" cap="flat" cmpd="sng">
                      <a:solidFill>
                        <a:schemeClr val="tx1"/>
                      </a:solidFill>
                      <a:prstDash val="solid"/>
                      <a:headEnd type="none" w="med" len="med"/>
                      <a:tailEnd type="none" w="med" len="med"/>
                    </a:lnB>
                    <a:lnTlToBr>
                      <a:noFill/>
                    </a:lnTlToBr>
                    <a:lnBlToTr>
                      <a:noFill/>
                    </a:lnBlToTr>
                    <a:noFill/>
                  </a:tcPr>
                </a:tc>
                <a:tc>
                  <a:txBody>
                    <a:bodyPr/>
                    <a:lstStyle/>
                    <a:p>
                      <a:pPr marL="0" algn="l">
                        <a:lnSpc>
                          <a:spcPct val="150000"/>
                        </a:lnSpc>
                        <a:buSzTx/>
                        <a:buNone/>
                      </a:pPr>
                      <a:r>
                        <a:rPr lang="zh-CN" sz="900">
                          <a:solidFill>
                            <a:srgbClr val="000000"/>
                          </a:solidFill>
                          <a:latin typeface="微软雅黑" charset="0"/>
                          <a:ea typeface="微软雅黑" charset="0"/>
                        </a:rPr>
                        <a:t>将文件系统内写入和修改的数据同步到对象存储桶内。</a:t>
                      </a: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chemeClr val="tx1"/>
                      </a:solidFill>
                      <a:prstDash val="solid"/>
                      <a:headEnd type="none" w="med" len="med"/>
                      <a:tailEnd type="none" w="med" len="med"/>
                    </a:lnT>
                    <a:lnB w="635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97180">
                <a:tc>
                  <a:txBody>
                    <a:bodyPr/>
                    <a:lstStyle/>
                    <a:p>
                      <a:pPr marL="0" indent="0">
                        <a:lnSpc>
                          <a:spcPct val="150000"/>
                        </a:lnSpc>
                        <a:buNone/>
                      </a:pPr>
                      <a:r>
                        <a:rPr lang="zh-CN" sz="900">
                          <a:solidFill>
                            <a:srgbClr val="000000"/>
                          </a:solidFill>
                          <a:latin typeface="微软雅黑" charset="0"/>
                          <a:ea typeface="微软雅黑" charset="0"/>
                        </a:rPr>
                        <a:t>默认配置</a:t>
                      </a:r>
                      <a:endParaRPr lang="zh-CN" altLang="en-US" sz="900">
                        <a:solidFill>
                          <a:srgbClr val="000000"/>
                        </a:solidFill>
                        <a:latin typeface="微软雅黑" charset="0"/>
                        <a:ea typeface="微软雅黑" charset="0"/>
                      </a:endParaRP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chemeClr val="tx1"/>
                      </a:solidFill>
                      <a:prstDash val="solid"/>
                      <a:headEnd type="none" w="med" len="med"/>
                      <a:tailEnd type="none" w="med" len="med"/>
                    </a:lnT>
                    <a:lnB w="6350" cap="flat" cmpd="sng">
                      <a:solidFill>
                        <a:schemeClr val="tx1"/>
                      </a:solidFill>
                      <a:prstDash val="solid"/>
                      <a:headEnd type="none" w="med" len="med"/>
                      <a:tailEnd type="none" w="med" len="med"/>
                    </a:lnB>
                    <a:lnTlToBr>
                      <a:noFill/>
                    </a:lnTlToBr>
                    <a:lnBlToTr>
                      <a:noFill/>
                    </a:lnBlToTr>
                    <a:noFill/>
                  </a:tcPr>
                </a:tc>
                <a:tc>
                  <a:txBody>
                    <a:bodyPr/>
                    <a:lstStyle/>
                    <a:p>
                      <a:pPr marL="0" algn="l">
                        <a:lnSpc>
                          <a:spcPct val="150000"/>
                        </a:lnSpc>
                        <a:buSzTx/>
                        <a:buNone/>
                      </a:pPr>
                      <a:r>
                        <a:rPr lang="zh-CN" sz="900">
                          <a:solidFill>
                            <a:srgbClr val="000000"/>
                          </a:solidFill>
                          <a:latin typeface="微软雅黑" charset="0"/>
                          <a:ea typeface="微软雅黑" charset="0"/>
                        </a:rPr>
                        <a:t>默认 Lazy Load 模式，并实时同步对象存储侧的数据更新。</a:t>
                      </a: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chemeClr val="tx1"/>
                      </a:solidFill>
                      <a:prstDash val="solid"/>
                      <a:headEnd type="none" w="med" len="med"/>
                      <a:tailEnd type="none" w="med" len="med"/>
                    </a:lnT>
                    <a:lnB w="6350" cap="flat" cmpd="sng">
                      <a:solidFill>
                        <a:schemeClr val="tx1"/>
                      </a:solidFill>
                      <a:prstDash val="solid"/>
                      <a:headEnd type="none" w="med" len="med"/>
                      <a:tailEnd type="none" w="med" len="med"/>
                    </a:lnB>
                    <a:lnTlToBr>
                      <a:noFill/>
                    </a:lnTlToBr>
                    <a:lnBlToTr>
                      <a:noFill/>
                    </a:lnBlToTr>
                    <a:noFill/>
                  </a:tcPr>
                </a:tc>
                <a:tc>
                  <a:txBody>
                    <a:bodyPr/>
                    <a:lstStyle/>
                    <a:p>
                      <a:pPr marL="0" algn="l">
                        <a:lnSpc>
                          <a:spcPct val="150000"/>
                        </a:lnSpc>
                        <a:buSzTx/>
                        <a:buNone/>
                      </a:pPr>
                      <a:r>
                        <a:rPr lang="zh-CN" sz="900">
                          <a:solidFill>
                            <a:srgbClr val="000000"/>
                          </a:solidFill>
                          <a:latin typeface="微软雅黑" charset="0"/>
                          <a:ea typeface="微软雅黑" charset="0"/>
                        </a:rPr>
                        <a:t>默认不进行淘汰。</a:t>
                      </a: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chemeClr val="tx1"/>
                      </a:solidFill>
                      <a:prstDash val="solid"/>
                      <a:headEnd type="none" w="med" len="med"/>
                      <a:tailEnd type="none" w="med" len="med"/>
                    </a:lnT>
                    <a:lnB w="6350" cap="flat" cmpd="sng">
                      <a:solidFill>
                        <a:schemeClr val="tx1"/>
                      </a:solidFill>
                      <a:prstDash val="solid"/>
                      <a:headEnd type="none" w="med" len="med"/>
                      <a:tailEnd type="none" w="med" len="med"/>
                    </a:lnB>
                    <a:lnTlToBr>
                      <a:noFill/>
                    </a:lnTlToBr>
                    <a:lnBlToTr>
                      <a:noFill/>
                    </a:lnBlToTr>
                    <a:noFill/>
                  </a:tcPr>
                </a:tc>
                <a:tc>
                  <a:txBody>
                    <a:bodyPr/>
                    <a:lstStyle/>
                    <a:p>
                      <a:pPr marL="0" algn="l">
                        <a:lnSpc>
                          <a:spcPct val="150000"/>
                        </a:lnSpc>
                        <a:buSzTx/>
                        <a:buNone/>
                      </a:pPr>
                      <a:r>
                        <a:rPr lang="zh-CN" sz="900">
                          <a:solidFill>
                            <a:srgbClr val="000000"/>
                          </a:solidFill>
                          <a:latin typeface="微软雅黑" charset="0"/>
                          <a:ea typeface="微软雅黑" charset="0"/>
                        </a:rPr>
                        <a:t>默认不进行沉降。</a:t>
                      </a: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chemeClr val="tx1"/>
                      </a:solidFill>
                      <a:prstDash val="solid"/>
                      <a:headEnd type="none" w="med" len="med"/>
                      <a:tailEnd type="none" w="med" len="med"/>
                    </a:lnT>
                    <a:lnB w="635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2920">
                <a:tc rowSpan="4">
                  <a:txBody>
                    <a:bodyPr/>
                    <a:lstStyle/>
                    <a:p>
                      <a:pPr marL="0" indent="0">
                        <a:lnSpc>
                          <a:spcPct val="150000"/>
                        </a:lnSpc>
                        <a:buNone/>
                      </a:pPr>
                      <a:r>
                        <a:rPr lang="zh-CN" sz="900">
                          <a:solidFill>
                            <a:srgbClr val="000000"/>
                          </a:solidFill>
                          <a:latin typeface="微软雅黑" charset="0"/>
                          <a:ea typeface="微软雅黑" charset="0"/>
                        </a:rPr>
                        <a:t>支持的操作</a:t>
                      </a:r>
                      <a:endParaRPr lang="zh-CN" altLang="en-US" sz="900">
                        <a:solidFill>
                          <a:srgbClr val="000000"/>
                        </a:solidFill>
                        <a:latin typeface="微软雅黑" charset="0"/>
                        <a:ea typeface="微软雅黑" charset="0"/>
                      </a:endParaRP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chemeClr val="tx1"/>
                      </a:solidFill>
                      <a:prstDash val="solid"/>
                      <a:headEnd type="none" w="med" len="med"/>
                      <a:tailEnd type="none" w="med" len="med"/>
                    </a:lnT>
                    <a:lnB w="6350" cap="flat" cmpd="sng">
                      <a:solidFill>
                        <a:schemeClr val="tx1"/>
                      </a:solidFill>
                      <a:prstDash val="solid"/>
                      <a:headEnd type="none" w="med" len="med"/>
                      <a:tailEnd type="none" w="med" len="med"/>
                    </a:lnB>
                    <a:lnTlToBr>
                      <a:noFill/>
                    </a:lnTlToBr>
                    <a:lnBlToTr>
                      <a:noFill/>
                    </a:lnBlToTr>
                    <a:noFill/>
                  </a:tcPr>
                </a:tc>
                <a:tc>
                  <a:txBody>
                    <a:bodyPr/>
                    <a:lstStyle/>
                    <a:p>
                      <a:pPr algn="l">
                        <a:lnSpc>
                          <a:spcPct val="150000"/>
                        </a:lnSpc>
                        <a:buSzTx/>
                        <a:buNone/>
                      </a:pPr>
                      <a:r>
                        <a:rPr lang="zh-CN" sz="900">
                          <a:solidFill>
                            <a:srgbClr val="000000"/>
                          </a:solidFill>
                          <a:latin typeface="微软雅黑" charset="0"/>
                          <a:ea typeface="微软雅黑" charset="0"/>
                        </a:rPr>
                        <a:t>Lazy Load 模式：单独加载元数据，通过文件存储访问文件时实时按需加载文件数据。</a:t>
                      </a: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chemeClr val="tx1"/>
                      </a:solidFill>
                      <a:prstDash val="solid"/>
                      <a:headEnd type="none" w="med" len="med"/>
                      <a:tailEnd type="none" w="med" len="med"/>
                    </a:lnT>
                    <a:lnB w="6350" cap="flat">
                      <a:solidFill>
                        <a:schemeClr val="tx1"/>
                      </a:solidFill>
                      <a:prstDash val="solid"/>
                    </a:lnB>
                    <a:lnTlToBr>
                      <a:noFill/>
                    </a:lnTlToBr>
                    <a:lnBlToTr>
                      <a:noFill/>
                    </a:lnBlToTr>
                    <a:noFill/>
                  </a:tcPr>
                </a:tc>
                <a:tc>
                  <a:txBody>
                    <a:bodyPr/>
                    <a:lstStyle/>
                    <a:p>
                      <a:pPr algn="l">
                        <a:lnSpc>
                          <a:spcPct val="150000"/>
                        </a:lnSpc>
                        <a:buSzTx/>
                        <a:buNone/>
                      </a:pPr>
                      <a:r>
                        <a:rPr lang="zh-CN" sz="900">
                          <a:solidFill>
                            <a:srgbClr val="000000"/>
                          </a:solidFill>
                          <a:latin typeface="微软雅黑" charset="0"/>
                          <a:ea typeface="微软雅黑" charset="0"/>
                        </a:rPr>
                        <a:t>一次性淘汰任务：支持执行一次性淘汰任务。</a:t>
                      </a: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chemeClr val="tx1"/>
                      </a:solidFill>
                      <a:prstDash val="solid"/>
                      <a:headEnd type="none" w="med" len="med"/>
                      <a:tailEnd type="none" w="med" len="med"/>
                    </a:lnT>
                    <a:lnB w="6350" cap="flat">
                      <a:solidFill>
                        <a:schemeClr val="tx1"/>
                      </a:solidFill>
                      <a:prstDash val="solid"/>
                    </a:lnB>
                    <a:lnTlToBr>
                      <a:noFill/>
                    </a:lnTlToBr>
                    <a:lnBlToTr>
                      <a:noFill/>
                    </a:lnBlToTr>
                    <a:noFill/>
                  </a:tcPr>
                </a:tc>
                <a:tc>
                  <a:txBody>
                    <a:bodyPr/>
                    <a:lstStyle/>
                    <a:p>
                      <a:pPr algn="l">
                        <a:lnSpc>
                          <a:spcPct val="150000"/>
                        </a:lnSpc>
                        <a:buSzTx/>
                        <a:buNone/>
                      </a:pPr>
                      <a:r>
                        <a:rPr lang="zh-CN" sz="900">
                          <a:solidFill>
                            <a:srgbClr val="000000"/>
                          </a:solidFill>
                          <a:latin typeface="微软雅黑" charset="0"/>
                          <a:ea typeface="微软雅黑" charset="0"/>
                        </a:rPr>
                        <a:t>一次性沉降任务：支持执行一次性沉降任务。</a:t>
                      </a: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chemeClr val="tx1"/>
                      </a:solidFill>
                      <a:prstDash val="solid"/>
                      <a:headEnd type="none" w="med" len="med"/>
                      <a:tailEnd type="none" w="med" len="med"/>
                    </a:lnT>
                    <a:lnB w="6350" cap="flat">
                      <a:solidFill>
                        <a:schemeClr val="tx1"/>
                      </a:solidFill>
                      <a:prstDash val="solid"/>
                    </a:lnB>
                    <a:lnTlToBr>
                      <a:noFill/>
                    </a:lnTlToBr>
                    <a:lnBlToTr>
                      <a:noFill/>
                    </a:lnBlToTr>
                    <a:noFill/>
                  </a:tcPr>
                </a:tc>
                <a:extLst>
                  <a:ext uri="{0D108BD9-81ED-4DB2-BD59-A6C34878D82A}">
                    <a16:rowId xmlns:a16="http://schemas.microsoft.com/office/drawing/2014/main" val="10003"/>
                  </a:ext>
                </a:extLst>
              </a:tr>
              <a:tr h="502920">
                <a:tc vMerge="1">
                  <a:txBody>
                    <a:bodyPr/>
                    <a:lstStyle/>
                    <a:p>
                      <a:endParaRPr lang="en-CN"/>
                    </a:p>
                  </a:txBody>
                  <a:tcP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tcPr>
                </a:tc>
                <a:tc>
                  <a:txBody>
                    <a:bodyPr/>
                    <a:lstStyle/>
                    <a:p>
                      <a:pPr algn="l">
                        <a:lnSpc>
                          <a:spcPct val="150000"/>
                        </a:lnSpc>
                        <a:buSzTx/>
                        <a:buNone/>
                      </a:pPr>
                      <a:r>
                        <a:rPr lang="zh-CN" sz="900">
                          <a:solidFill>
                            <a:srgbClr val="000000"/>
                          </a:solidFill>
                          <a:latin typeface="微软雅黑" charset="0"/>
                          <a:ea typeface="微软雅黑" charset="0"/>
                        </a:rPr>
                        <a:t>Preload 模式：同时加载元数据和数据，通过数据预加载可以将需要高性能文件语义访问的数据提前加载到文件存储内。</a:t>
                      </a: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a:solidFill>
                        <a:schemeClr val="tx1"/>
                      </a:solidFill>
                      <a:prstDash val="solid"/>
                    </a:lnT>
                    <a:lnB w="6350" cap="flat">
                      <a:solidFill>
                        <a:schemeClr val="tx1"/>
                      </a:solidFill>
                      <a:prstDash val="solid"/>
                    </a:lnB>
                    <a:lnTlToBr>
                      <a:noFill/>
                    </a:lnTlToBr>
                    <a:lnBlToTr>
                      <a:noFill/>
                    </a:lnBlToTr>
                    <a:noFill/>
                  </a:tcPr>
                </a:tc>
                <a:tc>
                  <a:txBody>
                    <a:bodyPr/>
                    <a:lstStyle/>
                    <a:p>
                      <a:pPr algn="l">
                        <a:lnSpc>
                          <a:spcPct val="150000"/>
                        </a:lnSpc>
                        <a:buSzTx/>
                        <a:buNone/>
                      </a:pPr>
                      <a:r>
                        <a:rPr lang="zh-CN" sz="900">
                          <a:solidFill>
                            <a:srgbClr val="000000"/>
                          </a:solidFill>
                          <a:latin typeface="微软雅黑" charset="0"/>
                          <a:ea typeface="微软雅黑" charset="0"/>
                        </a:rPr>
                        <a:t>按访问时间淘汰：支持创建策略规则，按照最后访问时间（atime）触发淘汰。</a:t>
                      </a: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a:solidFill>
                        <a:schemeClr val="tx1"/>
                      </a:solidFill>
                      <a:prstDash val="solid"/>
                    </a:lnT>
                    <a:lnB w="6350" cap="flat">
                      <a:solidFill>
                        <a:schemeClr val="tx1"/>
                      </a:solidFill>
                      <a:prstDash val="solid"/>
                    </a:lnB>
                    <a:lnTlToBr>
                      <a:noFill/>
                    </a:lnTlToBr>
                    <a:lnBlToTr>
                      <a:noFill/>
                    </a:lnBlToTr>
                    <a:noFill/>
                  </a:tcPr>
                </a:tc>
                <a:tc>
                  <a:txBody>
                    <a:bodyPr/>
                    <a:lstStyle/>
                    <a:p>
                      <a:pPr algn="l">
                        <a:lnSpc>
                          <a:spcPct val="150000"/>
                        </a:lnSpc>
                        <a:buSzTx/>
                        <a:buNone/>
                      </a:pPr>
                      <a:r>
                        <a:rPr lang="zh-CN" sz="900">
                          <a:solidFill>
                            <a:srgbClr val="000000"/>
                          </a:solidFill>
                          <a:latin typeface="微软雅黑" charset="0"/>
                          <a:ea typeface="微软雅黑" charset="0"/>
                        </a:rPr>
                        <a:t>定期沉降：支持创建策略规则，按照指定时间间隔进行沉降。</a:t>
                      </a: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a:solidFill>
                        <a:schemeClr val="tx1"/>
                      </a:solidFill>
                      <a:prstDash val="solid"/>
                    </a:lnT>
                    <a:lnB w="6350" cap="flat">
                      <a:solidFill>
                        <a:schemeClr val="tx1"/>
                      </a:solidFill>
                      <a:prstDash val="solid"/>
                    </a:lnB>
                    <a:lnTlToBr>
                      <a:noFill/>
                    </a:lnTlToBr>
                    <a:lnBlToTr>
                      <a:noFill/>
                    </a:lnBlToTr>
                    <a:noFill/>
                  </a:tcPr>
                </a:tc>
                <a:extLst>
                  <a:ext uri="{0D108BD9-81ED-4DB2-BD59-A6C34878D82A}">
                    <a16:rowId xmlns:a16="http://schemas.microsoft.com/office/drawing/2014/main" val="10004"/>
                  </a:ext>
                </a:extLst>
              </a:tr>
              <a:tr h="297180">
                <a:tc vMerge="1">
                  <a:txBody>
                    <a:bodyPr/>
                    <a:lstStyle/>
                    <a:p>
                      <a:endParaRPr lang="en-CN"/>
                    </a:p>
                  </a:txBody>
                  <a:tcP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tcPr>
                </a:tc>
                <a:tc>
                  <a:txBody>
                    <a:bodyPr/>
                    <a:lstStyle/>
                    <a:p>
                      <a:pPr algn="l">
                        <a:lnSpc>
                          <a:spcPct val="150000"/>
                        </a:lnSpc>
                        <a:buSzTx/>
                        <a:buNone/>
                      </a:pPr>
                      <a:r>
                        <a:rPr lang="zh-CN" sz="900">
                          <a:solidFill>
                            <a:srgbClr val="000000"/>
                          </a:solidFill>
                          <a:latin typeface="微软雅黑" charset="0"/>
                          <a:ea typeface="微软雅黑" charset="0"/>
                        </a:rPr>
                        <a:t>一次性预热任务：支持执行一次性预热任务。</a:t>
                      </a: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a:solidFill>
                        <a:schemeClr val="tx1"/>
                      </a:solidFill>
                      <a:prstDash val="solid"/>
                    </a:lnT>
                    <a:lnB w="6350" cap="flat">
                      <a:solidFill>
                        <a:schemeClr val="tx1"/>
                      </a:solidFill>
                      <a:prstDash val="solid"/>
                    </a:lnB>
                    <a:lnTlToBr>
                      <a:noFill/>
                    </a:lnTlToBr>
                    <a:lnBlToTr>
                      <a:noFill/>
                    </a:lnBlToTr>
                    <a:noFill/>
                  </a:tcPr>
                </a:tc>
                <a:tc>
                  <a:txBody>
                    <a:bodyPr/>
                    <a:lstStyle/>
                    <a:p>
                      <a:pPr marL="0" algn="l">
                        <a:lnSpc>
                          <a:spcPct val="150000"/>
                        </a:lnSpc>
                        <a:buSzTx/>
                        <a:buNone/>
                      </a:pPr>
                      <a:endParaRPr lang="zh-CN" sz="900">
                        <a:solidFill>
                          <a:srgbClr val="000000"/>
                        </a:solidFill>
                        <a:latin typeface="微软雅黑" charset="0"/>
                        <a:ea typeface="微软雅黑" charset="0"/>
                      </a:endParaRP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a:solidFill>
                        <a:schemeClr val="tx1"/>
                      </a:solidFill>
                      <a:prstDash val="solid"/>
                    </a:lnT>
                    <a:lnB w="6350" cap="flat">
                      <a:solidFill>
                        <a:schemeClr val="tx1"/>
                      </a:solidFill>
                      <a:prstDash val="solid"/>
                    </a:lnB>
                    <a:lnTlToBr>
                      <a:noFill/>
                    </a:lnTlToBr>
                    <a:lnBlToTr>
                      <a:noFill/>
                    </a:lnBlToTr>
                    <a:noFill/>
                  </a:tcPr>
                </a:tc>
                <a:tc>
                  <a:txBody>
                    <a:bodyPr/>
                    <a:lstStyle/>
                    <a:p>
                      <a:pPr marL="0" algn="l">
                        <a:lnSpc>
                          <a:spcPct val="150000"/>
                        </a:lnSpc>
                        <a:buSzTx/>
                        <a:buNone/>
                      </a:pPr>
                      <a:endParaRPr lang="zh-CN" sz="900">
                        <a:solidFill>
                          <a:srgbClr val="000000"/>
                        </a:solidFill>
                        <a:latin typeface="微软雅黑" charset="0"/>
                        <a:ea typeface="微软雅黑" charset="0"/>
                      </a:endParaRP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a:solidFill>
                        <a:schemeClr val="tx1"/>
                      </a:solidFill>
                      <a:prstDash val="solid"/>
                    </a:lnT>
                    <a:lnB w="6350" cap="flat">
                      <a:solidFill>
                        <a:schemeClr val="tx1"/>
                      </a:solidFill>
                      <a:prstDash val="solid"/>
                    </a:lnB>
                    <a:lnTlToBr>
                      <a:noFill/>
                    </a:lnTlToBr>
                    <a:lnBlToTr>
                      <a:noFill/>
                    </a:lnBlToTr>
                    <a:noFill/>
                  </a:tcPr>
                </a:tc>
                <a:extLst>
                  <a:ext uri="{0D108BD9-81ED-4DB2-BD59-A6C34878D82A}">
                    <a16:rowId xmlns:a16="http://schemas.microsoft.com/office/drawing/2014/main" val="10005"/>
                  </a:ext>
                </a:extLst>
              </a:tr>
              <a:tr h="297180">
                <a:tc vMerge="1">
                  <a:txBody>
                    <a:bodyPr/>
                    <a:lstStyle/>
                    <a:p>
                      <a:endParaRPr lang="en-CN"/>
                    </a:p>
                  </a:txBody>
                  <a:tcP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tcPr>
                </a:tc>
                <a:tc>
                  <a:txBody>
                    <a:bodyPr/>
                    <a:lstStyle/>
                    <a:p>
                      <a:pPr algn="l">
                        <a:lnSpc>
                          <a:spcPct val="150000"/>
                        </a:lnSpc>
                        <a:buSzTx/>
                        <a:buNone/>
                      </a:pPr>
                      <a:r>
                        <a:rPr lang="zh-CN" sz="900">
                          <a:solidFill>
                            <a:srgbClr val="000000"/>
                          </a:solidFill>
                          <a:latin typeface="微软雅黑" charset="0"/>
                          <a:ea typeface="微软雅黑" charset="0"/>
                        </a:rPr>
                        <a:t>自动同步：支持创建策略规则自动同步数据更新。</a:t>
                      </a: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a:solidFill>
                        <a:schemeClr val="tx1"/>
                      </a:solidFill>
                      <a:prstDash val="solid"/>
                    </a:lnT>
                    <a:lnB w="6350" cap="flat">
                      <a:solidFill>
                        <a:schemeClr val="tx1"/>
                      </a:solidFill>
                      <a:prstDash val="solid"/>
                    </a:lnB>
                    <a:lnTlToBr>
                      <a:noFill/>
                    </a:lnTlToBr>
                    <a:lnBlToTr>
                      <a:noFill/>
                    </a:lnBlToTr>
                    <a:noFill/>
                  </a:tcPr>
                </a:tc>
                <a:tc>
                  <a:txBody>
                    <a:bodyPr/>
                    <a:lstStyle/>
                    <a:p>
                      <a:pPr marL="0" algn="l">
                        <a:lnSpc>
                          <a:spcPct val="150000"/>
                        </a:lnSpc>
                        <a:buSzTx/>
                        <a:buNone/>
                      </a:pPr>
                      <a:endParaRPr lang="zh-CN" sz="900">
                        <a:solidFill>
                          <a:srgbClr val="000000"/>
                        </a:solidFill>
                        <a:latin typeface="微软雅黑" charset="0"/>
                        <a:ea typeface="微软雅黑" charset="0"/>
                      </a:endParaRP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a:solidFill>
                        <a:schemeClr val="tx1"/>
                      </a:solidFill>
                      <a:prstDash val="solid"/>
                    </a:lnT>
                    <a:lnB w="6350" cap="flat">
                      <a:solidFill>
                        <a:schemeClr val="tx1"/>
                      </a:solidFill>
                      <a:prstDash val="solid"/>
                    </a:lnB>
                    <a:lnTlToBr>
                      <a:noFill/>
                    </a:lnTlToBr>
                    <a:lnBlToTr>
                      <a:noFill/>
                    </a:lnBlToTr>
                    <a:noFill/>
                  </a:tcPr>
                </a:tc>
                <a:tc>
                  <a:txBody>
                    <a:bodyPr/>
                    <a:lstStyle/>
                    <a:p>
                      <a:pPr marL="0" algn="l">
                        <a:lnSpc>
                          <a:spcPct val="150000"/>
                        </a:lnSpc>
                        <a:buSzTx/>
                        <a:buNone/>
                      </a:pPr>
                      <a:endParaRPr lang="zh-CN" sz="900">
                        <a:solidFill>
                          <a:srgbClr val="000000"/>
                        </a:solidFill>
                        <a:latin typeface="微软雅黑" charset="0"/>
                        <a:ea typeface="微软雅黑" charset="0"/>
                      </a:endParaRP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a:solidFill>
                        <a:schemeClr val="tx1"/>
                      </a:solidFill>
                      <a:prstDash val="solid"/>
                    </a:lnT>
                    <a:lnB w="6350" cap="flat">
                      <a:solidFill>
                        <a:schemeClr val="tx1"/>
                      </a:solidFill>
                      <a:prstDash val="soli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1" name="圆柱形 10"/>
          <p:cNvSpPr/>
          <p:nvPr/>
        </p:nvSpPr>
        <p:spPr>
          <a:xfrm>
            <a:off x="2800985" y="2224405"/>
            <a:ext cx="755015" cy="330200"/>
          </a:xfrm>
          <a:prstGeom prst="can">
            <a:avLst/>
          </a:prstGeom>
          <a:solidFill>
            <a:srgbClr val="006E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2" name="圆柱形 11"/>
          <p:cNvSpPr/>
          <p:nvPr>
            <p:custDataLst>
              <p:tags r:id="rId3"/>
            </p:custDataLst>
          </p:nvPr>
        </p:nvSpPr>
        <p:spPr>
          <a:xfrm>
            <a:off x="2800985" y="1548765"/>
            <a:ext cx="755015" cy="330200"/>
          </a:xfrm>
          <a:prstGeom prst="can">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 name="上箭头 12"/>
          <p:cNvSpPr/>
          <p:nvPr/>
        </p:nvSpPr>
        <p:spPr>
          <a:xfrm>
            <a:off x="3114358" y="1907540"/>
            <a:ext cx="128270" cy="255905"/>
          </a:xfrm>
          <a:prstGeom prst="upArrow">
            <a:avLst/>
          </a:prstGeom>
          <a:gradFill>
            <a:gsLst>
              <a:gs pos="0">
                <a:schemeClr val="accent2"/>
              </a:gs>
              <a:gs pos="100000">
                <a:srgbClr val="006EFF"/>
              </a:gs>
              <a:gs pos="53000">
                <a:schemeClr val="accent1">
                  <a:lumMod val="45000"/>
                  <a:lumOff val="55000"/>
                </a:schemeClr>
              </a:gs>
              <a:gs pos="100000">
                <a:schemeClr val="accent1">
                  <a:lumMod val="30000"/>
                  <a:lumOff val="7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7" name="图片 16"/>
          <p:cNvPicPr>
            <a:picLocks noChangeAspect="1"/>
          </p:cNvPicPr>
          <p:nvPr>
            <p:custDataLst>
              <p:tags r:id="rId4"/>
            </p:custDataLst>
          </p:nvPr>
        </p:nvPicPr>
        <p:blipFill>
          <a:blip r:embed="rId14"/>
          <a:stretch>
            <a:fillRect/>
          </a:stretch>
        </p:blipFill>
        <p:spPr>
          <a:xfrm>
            <a:off x="6460490" y="2010410"/>
            <a:ext cx="180975" cy="180975"/>
          </a:xfrm>
          <a:prstGeom prst="rect">
            <a:avLst/>
          </a:prstGeom>
        </p:spPr>
      </p:pic>
      <p:pic>
        <p:nvPicPr>
          <p:cNvPr id="19" name="图片 18"/>
          <p:cNvPicPr>
            <a:picLocks noChangeAspect="1"/>
          </p:cNvPicPr>
          <p:nvPr>
            <p:custDataLst>
              <p:tags r:id="rId5"/>
            </p:custDataLst>
          </p:nvPr>
        </p:nvPicPr>
        <p:blipFill>
          <a:blip r:embed="rId15"/>
          <a:stretch>
            <a:fillRect/>
          </a:stretch>
        </p:blipFill>
        <p:spPr>
          <a:xfrm>
            <a:off x="6830695" y="2010410"/>
            <a:ext cx="180975" cy="180975"/>
          </a:xfrm>
          <a:prstGeom prst="rect">
            <a:avLst/>
          </a:prstGeom>
        </p:spPr>
      </p:pic>
      <p:pic>
        <p:nvPicPr>
          <p:cNvPr id="20" name="图片 19"/>
          <p:cNvPicPr>
            <a:picLocks noChangeAspect="1"/>
          </p:cNvPicPr>
          <p:nvPr>
            <p:custDataLst>
              <p:tags r:id="rId6"/>
            </p:custDataLst>
          </p:nvPr>
        </p:nvPicPr>
        <p:blipFill>
          <a:blip r:embed="rId14"/>
          <a:stretch>
            <a:fillRect/>
          </a:stretch>
        </p:blipFill>
        <p:spPr>
          <a:xfrm>
            <a:off x="3088005" y="2338070"/>
            <a:ext cx="180975" cy="180975"/>
          </a:xfrm>
          <a:prstGeom prst="rect">
            <a:avLst/>
          </a:prstGeom>
        </p:spPr>
      </p:pic>
      <p:pic>
        <p:nvPicPr>
          <p:cNvPr id="21" name="图片 20"/>
          <p:cNvPicPr>
            <a:picLocks noChangeAspect="1"/>
          </p:cNvPicPr>
          <p:nvPr>
            <p:custDataLst>
              <p:tags r:id="rId7"/>
            </p:custDataLst>
          </p:nvPr>
        </p:nvPicPr>
        <p:blipFill>
          <a:blip r:embed="rId14"/>
          <a:stretch>
            <a:fillRect/>
          </a:stretch>
        </p:blipFill>
        <p:spPr>
          <a:xfrm>
            <a:off x="3088005" y="1665605"/>
            <a:ext cx="180975" cy="180975"/>
          </a:xfrm>
          <a:prstGeom prst="rect">
            <a:avLst/>
          </a:prstGeom>
        </p:spPr>
      </p:pic>
      <p:sp>
        <p:nvSpPr>
          <p:cNvPr id="22" name="圆柱形 21"/>
          <p:cNvSpPr/>
          <p:nvPr>
            <p:custDataLst>
              <p:tags r:id="rId8"/>
            </p:custDataLst>
          </p:nvPr>
        </p:nvSpPr>
        <p:spPr>
          <a:xfrm>
            <a:off x="9553575" y="2224405"/>
            <a:ext cx="755015" cy="330200"/>
          </a:xfrm>
          <a:prstGeom prst="can">
            <a:avLst/>
          </a:prstGeom>
          <a:solidFill>
            <a:srgbClr val="006E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3" name="圆柱形 22"/>
          <p:cNvSpPr/>
          <p:nvPr>
            <p:custDataLst>
              <p:tags r:id="rId9"/>
            </p:custDataLst>
          </p:nvPr>
        </p:nvSpPr>
        <p:spPr>
          <a:xfrm>
            <a:off x="9553575" y="1548765"/>
            <a:ext cx="755015" cy="330200"/>
          </a:xfrm>
          <a:prstGeom prst="can">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4" name="上箭头 23"/>
          <p:cNvSpPr/>
          <p:nvPr>
            <p:custDataLst>
              <p:tags r:id="rId10"/>
            </p:custDataLst>
          </p:nvPr>
        </p:nvSpPr>
        <p:spPr>
          <a:xfrm rot="10800000">
            <a:off x="9866948" y="1907540"/>
            <a:ext cx="128270" cy="255905"/>
          </a:xfrm>
          <a:prstGeom prst="upArrow">
            <a:avLst/>
          </a:prstGeom>
          <a:gradFill>
            <a:gsLst>
              <a:gs pos="0">
                <a:srgbClr val="006EFF"/>
              </a:gs>
              <a:gs pos="100000">
                <a:schemeClr val="accent2"/>
              </a:gs>
              <a:gs pos="53000">
                <a:schemeClr val="accent1">
                  <a:lumMod val="45000"/>
                  <a:lumOff val="55000"/>
                </a:schemeClr>
              </a:gs>
              <a:gs pos="100000">
                <a:schemeClr val="accent1">
                  <a:lumMod val="30000"/>
                  <a:lumOff val="7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25" name="图片 24"/>
          <p:cNvPicPr>
            <a:picLocks noChangeAspect="1"/>
          </p:cNvPicPr>
          <p:nvPr>
            <p:custDataLst>
              <p:tags r:id="rId11"/>
            </p:custDataLst>
          </p:nvPr>
        </p:nvPicPr>
        <p:blipFill>
          <a:blip r:embed="rId14"/>
          <a:stretch>
            <a:fillRect/>
          </a:stretch>
        </p:blipFill>
        <p:spPr>
          <a:xfrm>
            <a:off x="9840595" y="2338070"/>
            <a:ext cx="180975" cy="180975"/>
          </a:xfrm>
          <a:prstGeom prst="rect">
            <a:avLst/>
          </a:prstGeom>
        </p:spPr>
      </p:pic>
      <p:pic>
        <p:nvPicPr>
          <p:cNvPr id="26" name="图片 25"/>
          <p:cNvPicPr>
            <a:picLocks noChangeAspect="1"/>
          </p:cNvPicPr>
          <p:nvPr>
            <p:custDataLst>
              <p:tags r:id="rId12"/>
            </p:custDataLst>
          </p:nvPr>
        </p:nvPicPr>
        <p:blipFill>
          <a:blip r:embed="rId14"/>
          <a:stretch>
            <a:fillRect/>
          </a:stretch>
        </p:blipFill>
        <p:spPr>
          <a:xfrm>
            <a:off x="9840595" y="1665605"/>
            <a:ext cx="180975" cy="1809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44"/>
          </p:nvPr>
        </p:nvSpPr>
        <p:spPr/>
        <p:txBody>
          <a:bodyPr/>
          <a:lstStyle/>
          <a:p>
            <a:r>
              <a:rPr lang="zh-CN" altLang="en-US"/>
              <a:t>同名文件冲突策略</a:t>
            </a:r>
          </a:p>
        </p:txBody>
      </p:sp>
      <p:graphicFrame>
        <p:nvGraphicFramePr>
          <p:cNvPr id="8" name="表格 7"/>
          <p:cNvGraphicFramePr/>
          <p:nvPr>
            <p:custDataLst>
              <p:tags r:id="rId1"/>
            </p:custDataLst>
          </p:nvPr>
        </p:nvGraphicFramePr>
        <p:xfrm>
          <a:off x="482600" y="2285365"/>
          <a:ext cx="11313160" cy="2772664"/>
        </p:xfrm>
        <a:graphic>
          <a:graphicData uri="http://schemas.openxmlformats.org/drawingml/2006/table">
            <a:tbl>
              <a:tblPr/>
              <a:tblGrid>
                <a:gridCol w="723265">
                  <a:extLst>
                    <a:ext uri="{9D8B030D-6E8A-4147-A177-3AD203B41FA5}">
                      <a16:colId xmlns:a16="http://schemas.microsoft.com/office/drawing/2014/main" val="20000"/>
                    </a:ext>
                  </a:extLst>
                </a:gridCol>
                <a:gridCol w="3529965">
                  <a:extLst>
                    <a:ext uri="{9D8B030D-6E8A-4147-A177-3AD203B41FA5}">
                      <a16:colId xmlns:a16="http://schemas.microsoft.com/office/drawing/2014/main" val="20001"/>
                    </a:ext>
                  </a:extLst>
                </a:gridCol>
                <a:gridCol w="3529965">
                  <a:extLst>
                    <a:ext uri="{9D8B030D-6E8A-4147-A177-3AD203B41FA5}">
                      <a16:colId xmlns:a16="http://schemas.microsoft.com/office/drawing/2014/main" val="20002"/>
                    </a:ext>
                  </a:extLst>
                </a:gridCol>
                <a:gridCol w="3529965">
                  <a:extLst>
                    <a:ext uri="{9D8B030D-6E8A-4147-A177-3AD203B41FA5}">
                      <a16:colId xmlns:a16="http://schemas.microsoft.com/office/drawing/2014/main" val="20003"/>
                    </a:ext>
                  </a:extLst>
                </a:gridCol>
              </a:tblGrid>
              <a:tr h="297180">
                <a:tc>
                  <a:txBody>
                    <a:bodyPr/>
                    <a:lstStyle/>
                    <a:p>
                      <a:pPr marL="0" indent="0">
                        <a:lnSpc>
                          <a:spcPct val="150000"/>
                        </a:lnSpc>
                        <a:buNone/>
                      </a:pPr>
                      <a:r>
                        <a:rPr lang="zh-CN" sz="900">
                          <a:solidFill>
                            <a:schemeClr val="bg1"/>
                          </a:solidFill>
                          <a:latin typeface="微软雅黑" charset="0"/>
                          <a:ea typeface="微软雅黑" charset="0"/>
                        </a:rPr>
                        <a:t>冲突规则</a:t>
                      </a:r>
                      <a:endParaRPr lang="zh-CN" altLang="en-US" sz="900">
                        <a:solidFill>
                          <a:schemeClr val="bg1"/>
                        </a:solidFill>
                        <a:latin typeface="微软雅黑" charset="0"/>
                        <a:ea typeface="微软雅黑" charset="0"/>
                      </a:endParaRP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chemeClr val="tx1"/>
                      </a:solidFill>
                      <a:prstDash val="solid"/>
                      <a:headEnd type="none" w="med" len="med"/>
                      <a:tailEnd type="none" w="med" len="med"/>
                    </a:lnT>
                    <a:lnB w="6350" cap="flat" cmpd="sng">
                      <a:solidFill>
                        <a:schemeClr val="tx1"/>
                      </a:solidFill>
                      <a:prstDash val="solid"/>
                      <a:headEnd type="none" w="med" len="med"/>
                      <a:tailEnd type="none" w="med" len="med"/>
                    </a:lnB>
                    <a:lnTlToBr>
                      <a:noFill/>
                    </a:lnTlToBr>
                    <a:lnBlToTr>
                      <a:noFill/>
                    </a:lnBlToTr>
                    <a:solidFill>
                      <a:srgbClr val="006EFF"/>
                    </a:solidFill>
                  </a:tcPr>
                </a:tc>
                <a:tc>
                  <a:txBody>
                    <a:bodyPr/>
                    <a:lstStyle/>
                    <a:p>
                      <a:pPr marL="0" indent="0" algn="ctr">
                        <a:lnSpc>
                          <a:spcPct val="150000"/>
                        </a:lnSpc>
                        <a:buNone/>
                      </a:pPr>
                      <a:r>
                        <a:rPr lang="zh-CN" sz="1400">
                          <a:solidFill>
                            <a:schemeClr val="bg1"/>
                          </a:solidFill>
                          <a:latin typeface="微软雅黑" charset="0"/>
                          <a:ea typeface="微软雅黑" charset="0"/>
                        </a:rPr>
                        <a:t>跳过同名文件</a:t>
                      </a:r>
                      <a:endParaRPr lang="zh-CN" altLang="en-US" sz="1400">
                        <a:solidFill>
                          <a:schemeClr val="bg1"/>
                        </a:solidFill>
                        <a:latin typeface="微软雅黑" charset="0"/>
                        <a:ea typeface="微软雅黑" charset="0"/>
                      </a:endParaRP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chemeClr val="tx1"/>
                      </a:solidFill>
                      <a:prstDash val="solid"/>
                      <a:headEnd type="none" w="med" len="med"/>
                      <a:tailEnd type="none" w="med" len="med"/>
                    </a:lnT>
                    <a:lnB w="6350" cap="flat" cmpd="sng">
                      <a:solidFill>
                        <a:schemeClr val="tx1"/>
                      </a:solidFill>
                      <a:prstDash val="solid"/>
                      <a:headEnd type="none" w="med" len="med"/>
                      <a:tailEnd type="none" w="med" len="med"/>
                    </a:lnB>
                    <a:lnTlToBr>
                      <a:noFill/>
                    </a:lnTlToBr>
                    <a:lnBlToTr>
                      <a:noFill/>
                    </a:lnBlToTr>
                    <a:solidFill>
                      <a:srgbClr val="006EFF"/>
                    </a:solidFill>
                  </a:tcPr>
                </a:tc>
                <a:tc>
                  <a:txBody>
                    <a:bodyPr/>
                    <a:lstStyle/>
                    <a:p>
                      <a:pPr marL="0" indent="0" algn="ctr">
                        <a:lnSpc>
                          <a:spcPct val="150000"/>
                        </a:lnSpc>
                        <a:buNone/>
                      </a:pPr>
                      <a:r>
                        <a:rPr lang="zh-CN" sz="1400">
                          <a:solidFill>
                            <a:schemeClr val="bg1"/>
                          </a:solidFill>
                          <a:latin typeface="微软雅黑" charset="0"/>
                          <a:ea typeface="微软雅黑" charset="0"/>
                        </a:rPr>
                        <a:t>覆盖同名文件</a:t>
                      </a:r>
                      <a:endParaRPr lang="zh-CN" altLang="en-US" sz="1400">
                        <a:solidFill>
                          <a:schemeClr val="bg1"/>
                        </a:solidFill>
                        <a:latin typeface="微软雅黑" charset="0"/>
                        <a:ea typeface="微软雅黑" charset="0"/>
                      </a:endParaRP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chemeClr val="tx1"/>
                      </a:solidFill>
                      <a:prstDash val="solid"/>
                      <a:headEnd type="none" w="med" len="med"/>
                      <a:tailEnd type="none" w="med" len="med"/>
                    </a:lnT>
                    <a:lnB w="6350" cap="flat" cmpd="sng">
                      <a:solidFill>
                        <a:schemeClr val="tx1"/>
                      </a:solidFill>
                      <a:prstDash val="solid"/>
                      <a:headEnd type="none" w="med" len="med"/>
                      <a:tailEnd type="none" w="med" len="med"/>
                    </a:lnB>
                    <a:lnTlToBr>
                      <a:noFill/>
                    </a:lnTlToBr>
                    <a:lnBlToTr>
                      <a:noFill/>
                    </a:lnBlToTr>
                    <a:solidFill>
                      <a:srgbClr val="006EFF"/>
                    </a:solidFill>
                  </a:tcPr>
                </a:tc>
                <a:tc>
                  <a:txBody>
                    <a:bodyPr/>
                    <a:lstStyle/>
                    <a:p>
                      <a:pPr marL="0" indent="0" algn="ctr">
                        <a:lnSpc>
                          <a:spcPct val="150000"/>
                        </a:lnSpc>
                        <a:buNone/>
                      </a:pPr>
                      <a:r>
                        <a:rPr lang="zh-CN" sz="1400">
                          <a:solidFill>
                            <a:schemeClr val="bg1"/>
                          </a:solidFill>
                          <a:latin typeface="微软雅黑" charset="0"/>
                          <a:ea typeface="微软雅黑" charset="0"/>
                        </a:rPr>
                        <a:t>保持最新文件</a:t>
                      </a:r>
                      <a:endParaRPr lang="zh-CN" altLang="en-US" sz="1400">
                        <a:solidFill>
                          <a:schemeClr val="bg1"/>
                        </a:solidFill>
                        <a:latin typeface="微软雅黑" charset="0"/>
                        <a:ea typeface="微软雅黑" charset="0"/>
                      </a:endParaRP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chemeClr val="tx1"/>
                      </a:solidFill>
                      <a:prstDash val="solid"/>
                      <a:headEnd type="none" w="med" len="med"/>
                      <a:tailEnd type="none" w="med" len="med"/>
                    </a:lnT>
                    <a:lnB w="6350" cap="flat" cmpd="sng">
                      <a:solidFill>
                        <a:schemeClr val="tx1"/>
                      </a:solidFill>
                      <a:prstDash val="solid"/>
                      <a:headEnd type="none" w="med" len="med"/>
                      <a:tailEnd type="none" w="med" len="med"/>
                    </a:lnB>
                    <a:lnTlToBr>
                      <a:noFill/>
                    </a:lnTlToBr>
                    <a:lnBlToTr>
                      <a:noFill/>
                    </a:lnBlToTr>
                    <a:solidFill>
                      <a:srgbClr val="006EFF"/>
                    </a:solidFill>
                  </a:tcPr>
                </a:tc>
                <a:extLst>
                  <a:ext uri="{0D108BD9-81ED-4DB2-BD59-A6C34878D82A}">
                    <a16:rowId xmlns:a16="http://schemas.microsoft.com/office/drawing/2014/main" val="10000"/>
                  </a:ext>
                </a:extLst>
              </a:tr>
              <a:tr h="708660">
                <a:tc>
                  <a:txBody>
                    <a:bodyPr/>
                    <a:lstStyle/>
                    <a:p>
                      <a:pPr marL="0" indent="0">
                        <a:lnSpc>
                          <a:spcPct val="150000"/>
                        </a:lnSpc>
                        <a:buNone/>
                      </a:pPr>
                      <a:r>
                        <a:rPr lang="zh-CN" sz="900">
                          <a:solidFill>
                            <a:srgbClr val="000000"/>
                          </a:solidFill>
                          <a:latin typeface="微软雅黑" charset="0"/>
                          <a:ea typeface="微软雅黑" charset="0"/>
                        </a:rPr>
                        <a:t>定义</a:t>
                      </a:r>
                      <a:endParaRPr lang="zh-CN" altLang="en-US" sz="900">
                        <a:solidFill>
                          <a:srgbClr val="000000"/>
                        </a:solidFill>
                        <a:latin typeface="微软雅黑" charset="0"/>
                        <a:ea typeface="微软雅黑" charset="0"/>
                      </a:endParaRP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chemeClr val="tx1"/>
                      </a:solidFill>
                      <a:prstDash val="solid"/>
                      <a:headEnd type="none" w="med" len="med"/>
                      <a:tailEnd type="none" w="med" len="med"/>
                    </a:lnT>
                    <a:lnB w="6350" cap="flat" cmpd="sng">
                      <a:solidFill>
                        <a:schemeClr val="tx1"/>
                      </a:solidFill>
                      <a:prstDash val="solid"/>
                      <a:headEnd type="none" w="med" len="med"/>
                      <a:tailEnd type="none" w="med" len="med"/>
                    </a:lnB>
                    <a:lnTlToBr>
                      <a:noFill/>
                    </a:lnTlToBr>
                    <a:lnBlToTr>
                      <a:noFill/>
                    </a:lnBlToTr>
                    <a:noFill/>
                  </a:tcPr>
                </a:tc>
                <a:tc>
                  <a:txBody>
                    <a:bodyPr/>
                    <a:lstStyle/>
                    <a:p>
                      <a:pPr marL="0" indent="0">
                        <a:lnSpc>
                          <a:spcPct val="150000"/>
                        </a:lnSpc>
                        <a:buNone/>
                      </a:pPr>
                      <a:r>
                        <a:rPr lang="zh-CN" sz="900">
                          <a:solidFill>
                            <a:srgbClr val="000000"/>
                          </a:solidFill>
                          <a:latin typeface="微软雅黑" charset="0"/>
                          <a:ea typeface="微软雅黑" charset="0"/>
                        </a:rPr>
                        <a:t>预热和沉降时自动跳过对象存储与文件存储中的同名文件。</a:t>
                      </a:r>
                      <a:endParaRPr lang="zh-CN" altLang="en-US" sz="900">
                        <a:solidFill>
                          <a:srgbClr val="000000"/>
                        </a:solidFill>
                        <a:latin typeface="微软雅黑" charset="0"/>
                        <a:ea typeface="微软雅黑" charset="0"/>
                      </a:endParaRP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chemeClr val="tx1"/>
                      </a:solidFill>
                      <a:prstDash val="solid"/>
                      <a:headEnd type="none" w="med" len="med"/>
                      <a:tailEnd type="none" w="med" len="med"/>
                    </a:lnT>
                    <a:lnB w="6350" cap="flat" cmpd="sng">
                      <a:solidFill>
                        <a:schemeClr val="tx1"/>
                      </a:solidFill>
                      <a:prstDash val="solid"/>
                      <a:headEnd type="none" w="med" len="med"/>
                      <a:tailEnd type="none" w="med" len="med"/>
                    </a:lnB>
                    <a:lnTlToBr>
                      <a:noFill/>
                    </a:lnTlToBr>
                    <a:lnBlToTr>
                      <a:noFill/>
                    </a:lnBlToTr>
                    <a:noFill/>
                  </a:tcPr>
                </a:tc>
                <a:tc>
                  <a:txBody>
                    <a:bodyPr/>
                    <a:lstStyle/>
                    <a:p>
                      <a:pPr marL="0" indent="0">
                        <a:lnSpc>
                          <a:spcPct val="150000"/>
                        </a:lnSpc>
                        <a:buNone/>
                      </a:pPr>
                      <a:r>
                        <a:rPr lang="zh-CN" sz="900">
                          <a:solidFill>
                            <a:srgbClr val="000000"/>
                          </a:solidFill>
                          <a:latin typeface="微软雅黑" charset="0"/>
                          <a:ea typeface="微软雅黑" charset="0"/>
                        </a:rPr>
                        <a:t>预热时使用对象存储中的文件覆盖文件存储中的同名文件，沉降时使用文件系统中的文件覆盖对象存储中的同名文件，覆盖后不可恢复</a:t>
                      </a:r>
                      <a:endParaRPr lang="zh-CN" altLang="en-US" sz="900">
                        <a:solidFill>
                          <a:srgbClr val="000000"/>
                        </a:solidFill>
                        <a:latin typeface="微软雅黑" charset="0"/>
                        <a:ea typeface="微软雅黑" charset="0"/>
                      </a:endParaRP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chemeClr val="tx1"/>
                      </a:solidFill>
                      <a:prstDash val="solid"/>
                      <a:headEnd type="none" w="med" len="med"/>
                      <a:tailEnd type="none" w="med" len="med"/>
                    </a:lnT>
                    <a:lnB w="6350" cap="flat" cmpd="sng">
                      <a:solidFill>
                        <a:schemeClr val="tx1"/>
                      </a:solidFill>
                      <a:prstDash val="solid"/>
                      <a:headEnd type="none" w="med" len="med"/>
                      <a:tailEnd type="none" w="med" len="med"/>
                    </a:lnB>
                    <a:lnTlToBr>
                      <a:noFill/>
                    </a:lnTlToBr>
                    <a:lnBlToTr>
                      <a:noFill/>
                    </a:lnBlToTr>
                    <a:noFill/>
                  </a:tcPr>
                </a:tc>
                <a:tc>
                  <a:txBody>
                    <a:bodyPr/>
                    <a:lstStyle/>
                    <a:p>
                      <a:pPr marL="0" indent="0">
                        <a:lnSpc>
                          <a:spcPct val="150000"/>
                        </a:lnSpc>
                        <a:buNone/>
                      </a:pPr>
                      <a:r>
                        <a:rPr lang="zh-CN" sz="900">
                          <a:solidFill>
                            <a:srgbClr val="000000"/>
                          </a:solidFill>
                          <a:latin typeface="微软雅黑" charset="0"/>
                          <a:ea typeface="微软雅黑" charset="0"/>
                        </a:rPr>
                        <a:t>预热和沉降时比较对象存储与文件存储中同名文件的最后修改时间，精确到秒，保持更新的版本，覆盖后不可恢复。</a:t>
                      </a:r>
                    </a:p>
                    <a:p>
                      <a:pPr marL="0" indent="0">
                        <a:lnSpc>
                          <a:spcPct val="150000"/>
                        </a:lnSpc>
                        <a:buNone/>
                      </a:pPr>
                      <a:r>
                        <a:rPr lang="zh-CN" sz="900">
                          <a:solidFill>
                            <a:srgbClr val="000000"/>
                          </a:solidFill>
                          <a:latin typeface="微软雅黑" charset="0"/>
                          <a:ea typeface="微软雅黑" charset="0"/>
                          <a:sym typeface="+mn-ea"/>
                        </a:rPr>
                        <a:t>当两端同名文件都有修改但是修改时间完全相同时跳过该文件</a:t>
                      </a:r>
                      <a:endParaRPr lang="zh-CN" altLang="en-US" sz="900">
                        <a:solidFill>
                          <a:srgbClr val="000000"/>
                        </a:solidFill>
                        <a:latin typeface="微软雅黑" charset="0"/>
                        <a:ea typeface="微软雅黑" charset="0"/>
                      </a:endParaRP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chemeClr val="tx1"/>
                      </a:solidFill>
                      <a:prstDash val="solid"/>
                      <a:headEnd type="none" w="med" len="med"/>
                      <a:tailEnd type="none" w="med" len="med"/>
                    </a:lnT>
                    <a:lnB w="6350" cap="flat">
                      <a:solidFill>
                        <a:schemeClr val="tx1"/>
                      </a:solidFill>
                      <a:prstDash val="solid"/>
                    </a:lnB>
                    <a:lnTlToBr>
                      <a:noFill/>
                    </a:lnTlToBr>
                    <a:lnBlToTr>
                      <a:noFill/>
                    </a:lnBlToTr>
                    <a:noFill/>
                  </a:tcPr>
                </a:tc>
                <a:extLst>
                  <a:ext uri="{0D108BD9-81ED-4DB2-BD59-A6C34878D82A}">
                    <a16:rowId xmlns:a16="http://schemas.microsoft.com/office/drawing/2014/main" val="10001"/>
                  </a:ext>
                </a:extLst>
              </a:tr>
              <a:tr h="502920">
                <a:tc rowSpan="3">
                  <a:txBody>
                    <a:bodyPr/>
                    <a:lstStyle/>
                    <a:p>
                      <a:pPr marL="0" indent="0">
                        <a:lnSpc>
                          <a:spcPct val="150000"/>
                        </a:lnSpc>
                        <a:buNone/>
                      </a:pPr>
                      <a:r>
                        <a:rPr lang="zh-CN" sz="900">
                          <a:solidFill>
                            <a:srgbClr val="000000"/>
                          </a:solidFill>
                          <a:latin typeface="微软雅黑" charset="0"/>
                          <a:ea typeface="微软雅黑" charset="0"/>
                        </a:rPr>
                        <a:t>行为</a:t>
                      </a:r>
                      <a:endParaRPr lang="zh-CN" altLang="en-US" sz="900">
                        <a:solidFill>
                          <a:srgbClr val="000000"/>
                        </a:solidFill>
                        <a:latin typeface="微软雅黑" charset="0"/>
                        <a:ea typeface="微软雅黑" charset="0"/>
                      </a:endParaRP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chemeClr val="tx1"/>
                      </a:solidFill>
                      <a:prstDash val="solid"/>
                      <a:headEnd type="none" w="med" len="med"/>
                      <a:tailEnd type="none" w="med" len="med"/>
                    </a:lnT>
                    <a:lnB w="6350" cap="flat" cmpd="sng">
                      <a:solidFill>
                        <a:schemeClr val="tx1"/>
                      </a:solidFill>
                      <a:prstDash val="solid"/>
                      <a:headEnd type="none" w="med" len="med"/>
                      <a:tailEnd type="none" w="med" len="med"/>
                    </a:lnB>
                    <a:lnTlToBr>
                      <a:noFill/>
                    </a:lnTlToBr>
                    <a:lnBlToTr>
                      <a:noFill/>
                    </a:lnBlToTr>
                    <a:noFill/>
                  </a:tcPr>
                </a:tc>
                <a:tc>
                  <a:txBody>
                    <a:bodyPr/>
                    <a:lstStyle/>
                    <a:p>
                      <a:pPr algn="l">
                        <a:lnSpc>
                          <a:spcPct val="150000"/>
                        </a:lnSpc>
                        <a:buSzTx/>
                        <a:buNone/>
                      </a:pPr>
                      <a:r>
                        <a:rPr lang="zh-CN" sz="900">
                          <a:solidFill>
                            <a:srgbClr val="000000"/>
                          </a:solidFill>
                          <a:latin typeface="微软雅黑" charset="0"/>
                          <a:ea typeface="微软雅黑" charset="0"/>
                        </a:rPr>
                        <a:t>预热操作：无论对象存储内是否有更新，都选择直接跳过。</a:t>
                      </a: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chemeClr val="tx1"/>
                      </a:solidFill>
                      <a:prstDash val="solid"/>
                      <a:headEnd type="none" w="med" len="med"/>
                      <a:tailEnd type="none" w="med" len="med"/>
                    </a:lnT>
                    <a:lnB w="6350" cap="flat">
                      <a:solidFill>
                        <a:schemeClr val="tx1"/>
                      </a:solidFill>
                      <a:prstDash val="solid"/>
                    </a:lnB>
                    <a:lnTlToBr>
                      <a:noFill/>
                    </a:lnTlToBr>
                    <a:lnBlToTr>
                      <a:noFill/>
                    </a:lnBlToTr>
                    <a:noFill/>
                  </a:tcPr>
                </a:tc>
                <a:tc>
                  <a:txBody>
                    <a:bodyPr/>
                    <a:lstStyle/>
                    <a:p>
                      <a:pPr algn="l">
                        <a:lnSpc>
                          <a:spcPct val="150000"/>
                        </a:lnSpc>
                        <a:buSzTx/>
                        <a:buNone/>
                      </a:pPr>
                      <a:r>
                        <a:rPr lang="zh-CN" sz="900">
                          <a:solidFill>
                            <a:srgbClr val="000000"/>
                          </a:solidFill>
                          <a:latin typeface="微软雅黑" charset="0"/>
                          <a:ea typeface="微软雅黑" charset="0"/>
                        </a:rPr>
                        <a:t>预热操作：</a:t>
                      </a:r>
                      <a:r>
                        <a:rPr lang="zh-CN" sz="900">
                          <a:solidFill>
                            <a:srgbClr val="000000"/>
                          </a:solidFill>
                          <a:latin typeface="微软雅黑" charset="0"/>
                          <a:ea typeface="微软雅黑" charset="0"/>
                          <a:sym typeface="+mn-ea"/>
                        </a:rPr>
                        <a:t>无论文件系统内是否有更新，选择选择使用对象存储内的数据覆盖文件系统内的数据</a:t>
                      </a:r>
                      <a:endParaRPr lang="zh-CN" sz="900">
                        <a:solidFill>
                          <a:srgbClr val="000000"/>
                        </a:solidFill>
                        <a:latin typeface="微软雅黑" charset="0"/>
                        <a:ea typeface="微软雅黑" charset="0"/>
                      </a:endParaRP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chemeClr val="tx1"/>
                      </a:solidFill>
                      <a:prstDash val="solid"/>
                      <a:headEnd type="none" w="med" len="med"/>
                      <a:tailEnd type="none" w="med" len="med"/>
                    </a:lnT>
                    <a:lnB w="6350" cap="flat">
                      <a:solidFill>
                        <a:schemeClr val="tx1"/>
                      </a:solidFill>
                      <a:prstDash val="solid"/>
                    </a:lnB>
                    <a:lnTlToBr>
                      <a:noFill/>
                    </a:lnTlToBr>
                    <a:lnBlToTr>
                      <a:noFill/>
                    </a:lnBlToTr>
                    <a:noFill/>
                  </a:tcPr>
                </a:tc>
                <a:tc>
                  <a:txBody>
                    <a:bodyPr/>
                    <a:lstStyle/>
                    <a:p>
                      <a:pPr algn="l">
                        <a:lnSpc>
                          <a:spcPct val="150000"/>
                        </a:lnSpc>
                        <a:buSzTx/>
                        <a:buNone/>
                      </a:pPr>
                      <a:r>
                        <a:rPr lang="zh-CN" sz="900">
                          <a:solidFill>
                            <a:srgbClr val="000000"/>
                          </a:solidFill>
                          <a:latin typeface="微软雅黑" charset="0"/>
                          <a:ea typeface="微软雅黑" charset="0"/>
                        </a:rPr>
                        <a:t>预热操作：</a:t>
                      </a:r>
                      <a:r>
                        <a:rPr lang="zh-CN" sz="900">
                          <a:solidFill>
                            <a:srgbClr val="000000"/>
                          </a:solidFill>
                          <a:latin typeface="微软雅黑" charset="0"/>
                          <a:ea typeface="微软雅黑" charset="0"/>
                          <a:sym typeface="+mn-ea"/>
                        </a:rPr>
                        <a:t> 如果对象存储侧的 mtime 晚于文件系统侧的 mtime，则使用对象存储内的数据覆盖文件系统内的数据，反之则跳过</a:t>
                      </a:r>
                      <a:endParaRPr lang="zh-CN" sz="900">
                        <a:solidFill>
                          <a:srgbClr val="000000"/>
                        </a:solidFill>
                        <a:latin typeface="微软雅黑" charset="0"/>
                        <a:ea typeface="微软雅黑" charset="0"/>
                      </a:endParaRP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cmpd="sng">
                      <a:solidFill>
                        <a:schemeClr val="tx1"/>
                      </a:solidFill>
                      <a:prstDash val="solid"/>
                      <a:headEnd type="none" w="med" len="med"/>
                      <a:tailEnd type="none" w="med" len="med"/>
                    </a:lnT>
                    <a:lnB w="6350" cap="flat">
                      <a:solidFill>
                        <a:schemeClr val="tx1"/>
                      </a:solidFill>
                      <a:prstDash val="solid"/>
                    </a:lnB>
                    <a:lnTlToBr>
                      <a:noFill/>
                    </a:lnTlToBr>
                    <a:lnBlToTr>
                      <a:noFill/>
                    </a:lnBlToTr>
                    <a:noFill/>
                  </a:tcPr>
                </a:tc>
                <a:extLst>
                  <a:ext uri="{0D108BD9-81ED-4DB2-BD59-A6C34878D82A}">
                    <a16:rowId xmlns:a16="http://schemas.microsoft.com/office/drawing/2014/main" val="10002"/>
                  </a:ext>
                </a:extLst>
              </a:tr>
              <a:tr h="297180">
                <a:tc vMerge="1">
                  <a:txBody>
                    <a:bodyPr/>
                    <a:lstStyle/>
                    <a:p>
                      <a:endParaRPr lang="en-CN"/>
                    </a:p>
                  </a:txBody>
                  <a:tcP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tcPr>
                </a:tc>
                <a:tc>
                  <a:txBody>
                    <a:bodyPr/>
                    <a:lstStyle/>
                    <a:p>
                      <a:pPr algn="l">
                        <a:lnSpc>
                          <a:spcPct val="150000"/>
                        </a:lnSpc>
                        <a:buSzTx/>
                        <a:buNone/>
                      </a:pPr>
                      <a:r>
                        <a:rPr lang="zh-CN" sz="900">
                          <a:solidFill>
                            <a:srgbClr val="000000"/>
                          </a:solidFill>
                          <a:latin typeface="微软雅黑" charset="0"/>
                          <a:ea typeface="微软雅黑" charset="0"/>
                        </a:rPr>
                        <a:t>沉降操作：</a:t>
                      </a:r>
                      <a:r>
                        <a:rPr lang="zh-CN" sz="900">
                          <a:solidFill>
                            <a:srgbClr val="000000"/>
                          </a:solidFill>
                          <a:latin typeface="微软雅黑" charset="0"/>
                          <a:ea typeface="微软雅黑" charset="0"/>
                          <a:sym typeface="+mn-ea"/>
                        </a:rPr>
                        <a:t>无论文件系统内是否有更新，都选择直接跳过</a:t>
                      </a:r>
                      <a:endParaRPr lang="zh-CN" sz="900">
                        <a:solidFill>
                          <a:srgbClr val="000000"/>
                        </a:solidFill>
                        <a:latin typeface="微软雅黑" charset="0"/>
                        <a:ea typeface="微软雅黑" charset="0"/>
                      </a:endParaRP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a:solidFill>
                        <a:schemeClr val="tx1"/>
                      </a:solidFill>
                      <a:prstDash val="solid"/>
                    </a:lnT>
                    <a:lnB w="6350" cap="flat">
                      <a:solidFill>
                        <a:schemeClr val="tx1"/>
                      </a:solidFill>
                      <a:prstDash val="solid"/>
                    </a:lnB>
                    <a:lnTlToBr>
                      <a:noFill/>
                    </a:lnTlToBr>
                    <a:lnBlToTr>
                      <a:noFill/>
                    </a:lnBlToTr>
                    <a:noFill/>
                  </a:tcPr>
                </a:tc>
                <a:tc>
                  <a:txBody>
                    <a:bodyPr/>
                    <a:lstStyle/>
                    <a:p>
                      <a:pPr marL="0" algn="l">
                        <a:lnSpc>
                          <a:spcPct val="150000"/>
                        </a:lnSpc>
                        <a:buSzTx/>
                        <a:buNone/>
                      </a:pPr>
                      <a:r>
                        <a:rPr lang="zh-CN" sz="900">
                          <a:solidFill>
                            <a:srgbClr val="000000"/>
                          </a:solidFill>
                          <a:latin typeface="微软雅黑" charset="0"/>
                          <a:ea typeface="微软雅黑" charset="0"/>
                          <a:sym typeface="+mn-ea"/>
                        </a:rPr>
                        <a:t>沉降操作：无论对象存储内收否有更新，都选择使用文件系统内的数据覆盖对象存储内的数据</a:t>
                      </a:r>
                      <a:endParaRPr lang="zh-CN" sz="900">
                        <a:solidFill>
                          <a:srgbClr val="000000"/>
                        </a:solidFill>
                        <a:latin typeface="微软雅黑" charset="0"/>
                        <a:ea typeface="微软雅黑" charset="0"/>
                      </a:endParaRP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a:solidFill>
                        <a:schemeClr val="tx1"/>
                      </a:solidFill>
                      <a:prstDash val="solid"/>
                    </a:lnT>
                    <a:lnB w="6350" cap="flat">
                      <a:solidFill>
                        <a:schemeClr val="tx1"/>
                      </a:solidFill>
                      <a:prstDash val="solid"/>
                    </a:lnB>
                    <a:lnTlToBr>
                      <a:noFill/>
                    </a:lnTlToBr>
                    <a:lnBlToTr>
                      <a:noFill/>
                    </a:lnBlToTr>
                    <a:noFill/>
                  </a:tcPr>
                </a:tc>
                <a:tc>
                  <a:txBody>
                    <a:bodyPr/>
                    <a:lstStyle/>
                    <a:p>
                      <a:pPr marL="0" algn="l">
                        <a:lnSpc>
                          <a:spcPct val="150000"/>
                        </a:lnSpc>
                        <a:buSzTx/>
                        <a:buNone/>
                      </a:pPr>
                      <a:r>
                        <a:rPr lang="zh-CN" sz="900">
                          <a:solidFill>
                            <a:srgbClr val="000000"/>
                          </a:solidFill>
                          <a:latin typeface="微软雅黑" charset="0"/>
                          <a:ea typeface="微软雅黑" charset="0"/>
                          <a:sym typeface="+mn-ea"/>
                        </a:rPr>
                        <a:t>沉降操作： 如果文件系统侧的 mtime 晚于对象存储侧的 mtime，则使用文件系统内的数据覆盖对象存储内的数据，反之则跳过</a:t>
                      </a:r>
                      <a:endParaRPr lang="zh-CN" sz="900">
                        <a:solidFill>
                          <a:srgbClr val="000000"/>
                        </a:solidFill>
                        <a:latin typeface="微软雅黑" charset="0"/>
                        <a:ea typeface="微软雅黑" charset="0"/>
                      </a:endParaRP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a:solidFill>
                        <a:schemeClr val="tx1"/>
                      </a:solidFill>
                      <a:prstDash val="solid"/>
                    </a:lnT>
                    <a:lnB w="6350" cap="flat">
                      <a:solidFill>
                        <a:schemeClr val="tx1"/>
                      </a:solidFill>
                      <a:prstDash val="solid"/>
                    </a:lnB>
                    <a:lnTlToBr>
                      <a:noFill/>
                    </a:lnTlToBr>
                    <a:lnBlToTr>
                      <a:noFill/>
                    </a:lnBlToTr>
                    <a:noFill/>
                  </a:tcPr>
                </a:tc>
                <a:extLst>
                  <a:ext uri="{0D108BD9-81ED-4DB2-BD59-A6C34878D82A}">
                    <a16:rowId xmlns:a16="http://schemas.microsoft.com/office/drawing/2014/main" val="10003"/>
                  </a:ext>
                </a:extLst>
              </a:tr>
              <a:tr h="708660">
                <a:tc vMerge="1">
                  <a:txBody>
                    <a:bodyPr/>
                    <a:lstStyle/>
                    <a:p>
                      <a:endParaRPr lang="en-CN"/>
                    </a:p>
                  </a:txBody>
                  <a:tcP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tcPr>
                </a:tc>
                <a:tc>
                  <a:txBody>
                    <a:bodyPr/>
                    <a:lstStyle/>
                    <a:p>
                      <a:pPr marL="0" algn="l">
                        <a:lnSpc>
                          <a:spcPct val="150000"/>
                        </a:lnSpc>
                        <a:buSzTx/>
                        <a:buNone/>
                      </a:pPr>
                      <a:r>
                        <a:rPr lang="zh-CN" sz="900">
                          <a:solidFill>
                            <a:srgbClr val="000000"/>
                          </a:solidFill>
                          <a:latin typeface="微软雅黑" charset="0"/>
                          <a:ea typeface="微软雅黑" charset="0"/>
                          <a:sym typeface="+mn-ea"/>
                        </a:rPr>
                        <a:t>淘汰操作： 如果文件存储内的数据比对象存储内的数据更新则不会被淘汰，反之则被淘汰</a:t>
                      </a:r>
                      <a:endParaRPr lang="zh-CN" sz="900">
                        <a:solidFill>
                          <a:srgbClr val="000000"/>
                        </a:solidFill>
                        <a:latin typeface="微软雅黑" charset="0"/>
                        <a:ea typeface="微软雅黑" charset="0"/>
                      </a:endParaRP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a:solidFill>
                        <a:schemeClr val="tx1"/>
                      </a:solidFill>
                      <a:prstDash val="solid"/>
                    </a:lnT>
                    <a:lnB w="6350" cap="flat">
                      <a:solidFill>
                        <a:schemeClr val="tx1"/>
                      </a:solidFill>
                      <a:prstDash val="solid"/>
                    </a:lnB>
                    <a:lnTlToBr>
                      <a:noFill/>
                    </a:lnTlToBr>
                    <a:lnBlToTr>
                      <a:noFill/>
                    </a:lnBlToTr>
                    <a:noFill/>
                  </a:tcPr>
                </a:tc>
                <a:tc>
                  <a:txBody>
                    <a:bodyPr/>
                    <a:lstStyle/>
                    <a:p>
                      <a:pPr algn="l">
                        <a:lnSpc>
                          <a:spcPct val="150000"/>
                        </a:lnSpc>
                        <a:buSzTx/>
                        <a:buNone/>
                      </a:pPr>
                      <a:r>
                        <a:rPr lang="zh-CN" sz="900">
                          <a:solidFill>
                            <a:srgbClr val="000000"/>
                          </a:solidFill>
                          <a:latin typeface="微软雅黑" charset="0"/>
                          <a:ea typeface="微软雅黑" charset="0"/>
                          <a:sym typeface="+mn-ea"/>
                        </a:rPr>
                        <a:t>淘汰操作：</a:t>
                      </a:r>
                      <a:r>
                        <a:rPr lang="zh-CN" sz="900">
                          <a:solidFill>
                            <a:srgbClr val="000000"/>
                          </a:solidFill>
                          <a:latin typeface="微软雅黑" charset="0"/>
                          <a:ea typeface="微软雅黑" charset="0"/>
                        </a:rPr>
                        <a:t>  </a:t>
                      </a:r>
                      <a:r>
                        <a:rPr lang="zh-CN" sz="900">
                          <a:solidFill>
                            <a:srgbClr val="000000"/>
                          </a:solidFill>
                          <a:latin typeface="微软雅黑" charset="0"/>
                          <a:ea typeface="微软雅黑" charset="0"/>
                          <a:sym typeface="+mn-ea"/>
                        </a:rPr>
                        <a:t>如果文件存储内的数据比对象存储内的数据更新则不会被淘汰，反之则被淘汰</a:t>
                      </a:r>
                      <a:endParaRPr lang="zh-CN" sz="900">
                        <a:solidFill>
                          <a:srgbClr val="000000"/>
                        </a:solidFill>
                        <a:latin typeface="微软雅黑" charset="0"/>
                        <a:ea typeface="微软雅黑" charset="0"/>
                      </a:endParaRP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a:solidFill>
                        <a:schemeClr val="tx1"/>
                      </a:solidFill>
                      <a:prstDash val="solid"/>
                    </a:lnT>
                    <a:lnB w="6350" cap="flat">
                      <a:solidFill>
                        <a:schemeClr val="tx1"/>
                      </a:solidFill>
                      <a:prstDash val="solid"/>
                    </a:lnB>
                    <a:lnTlToBr>
                      <a:noFill/>
                    </a:lnTlToBr>
                    <a:lnBlToTr>
                      <a:noFill/>
                    </a:lnBlToTr>
                    <a:noFill/>
                  </a:tcPr>
                </a:tc>
                <a:tc>
                  <a:txBody>
                    <a:bodyPr/>
                    <a:lstStyle/>
                    <a:p>
                      <a:pPr algn="l">
                        <a:lnSpc>
                          <a:spcPct val="150000"/>
                        </a:lnSpc>
                        <a:buSzTx/>
                        <a:buNone/>
                      </a:pPr>
                      <a:r>
                        <a:rPr lang="zh-CN" sz="900">
                          <a:solidFill>
                            <a:srgbClr val="000000"/>
                          </a:solidFill>
                          <a:latin typeface="微软雅黑" charset="0"/>
                          <a:ea typeface="微软雅黑" charset="0"/>
                        </a:rPr>
                        <a:t> </a:t>
                      </a:r>
                      <a:r>
                        <a:rPr lang="zh-CN" sz="900">
                          <a:solidFill>
                            <a:srgbClr val="000000"/>
                          </a:solidFill>
                          <a:latin typeface="微软雅黑" charset="0"/>
                          <a:ea typeface="微软雅黑" charset="0"/>
                          <a:sym typeface="+mn-ea"/>
                        </a:rPr>
                        <a:t>淘汰操作： 如果文件存储内的数据比对象存储内的数据更新则不会被淘汰，反之则被淘汰</a:t>
                      </a:r>
                      <a:endParaRPr lang="zh-CN" sz="900">
                        <a:solidFill>
                          <a:srgbClr val="000000"/>
                        </a:solidFill>
                        <a:latin typeface="微软雅黑" charset="0"/>
                        <a:ea typeface="微软雅黑" charset="0"/>
                      </a:endParaRPr>
                    </a:p>
                  </a:txBody>
                  <a:tcPr anchor="ctr">
                    <a:lnL w="6350" cap="flat" cmpd="sng">
                      <a:solidFill>
                        <a:schemeClr val="tx1"/>
                      </a:solidFill>
                      <a:prstDash val="solid"/>
                      <a:headEnd type="none" w="med" len="med"/>
                      <a:tailEnd type="none" w="med" len="med"/>
                    </a:lnL>
                    <a:lnR w="6350" cap="flat" cmpd="sng">
                      <a:solidFill>
                        <a:schemeClr val="tx1"/>
                      </a:solidFill>
                      <a:prstDash val="solid"/>
                      <a:headEnd type="none" w="med" len="med"/>
                      <a:tailEnd type="none" w="med" len="med"/>
                    </a:lnR>
                    <a:lnT w="6350" cap="flat">
                      <a:solidFill>
                        <a:schemeClr val="tx1"/>
                      </a:solidFill>
                      <a:prstDash val="solid"/>
                    </a:lnT>
                    <a:lnB w="6350" cap="flat">
                      <a:solidFill>
                        <a:schemeClr val="tx1"/>
                      </a:solidFill>
                      <a:prstDash val="soli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9" name="上弧形箭头 8"/>
          <p:cNvSpPr/>
          <p:nvPr/>
        </p:nvSpPr>
        <p:spPr>
          <a:xfrm>
            <a:off x="2625725" y="1535430"/>
            <a:ext cx="653415" cy="338455"/>
          </a:xfrm>
          <a:prstGeom prst="curvedDownArrow">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pic>
        <p:nvPicPr>
          <p:cNvPr id="21" name="图片 20"/>
          <p:cNvPicPr>
            <a:picLocks noChangeAspect="1"/>
          </p:cNvPicPr>
          <p:nvPr>
            <p:custDataLst>
              <p:tags r:id="rId2"/>
            </p:custDataLst>
          </p:nvPr>
        </p:nvPicPr>
        <p:blipFill>
          <a:blip r:embed="rId9"/>
          <a:stretch>
            <a:fillRect/>
          </a:stretch>
        </p:blipFill>
        <p:spPr>
          <a:xfrm>
            <a:off x="2858135" y="1692910"/>
            <a:ext cx="180975" cy="180975"/>
          </a:xfrm>
          <a:prstGeom prst="rect">
            <a:avLst/>
          </a:prstGeom>
        </p:spPr>
      </p:pic>
      <p:pic>
        <p:nvPicPr>
          <p:cNvPr id="11" name="图片 10"/>
          <p:cNvPicPr>
            <a:picLocks noChangeAspect="1"/>
          </p:cNvPicPr>
          <p:nvPr>
            <p:custDataLst>
              <p:tags r:id="rId3"/>
            </p:custDataLst>
          </p:nvPr>
        </p:nvPicPr>
        <p:blipFill>
          <a:blip r:embed="rId9"/>
          <a:stretch>
            <a:fillRect/>
          </a:stretch>
        </p:blipFill>
        <p:spPr>
          <a:xfrm>
            <a:off x="6450330" y="1692910"/>
            <a:ext cx="238125" cy="238125"/>
          </a:xfrm>
          <a:prstGeom prst="rect">
            <a:avLst/>
          </a:prstGeom>
        </p:spPr>
      </p:pic>
      <p:pic>
        <p:nvPicPr>
          <p:cNvPr id="12" name="图片 11"/>
          <p:cNvPicPr>
            <a:picLocks noChangeAspect="1"/>
          </p:cNvPicPr>
          <p:nvPr>
            <p:custDataLst>
              <p:tags r:id="rId4"/>
            </p:custDataLst>
          </p:nvPr>
        </p:nvPicPr>
        <p:blipFill>
          <a:blip r:embed="rId9"/>
          <a:stretch>
            <a:fillRect/>
          </a:stretch>
        </p:blipFill>
        <p:spPr>
          <a:xfrm>
            <a:off x="6286500" y="1508125"/>
            <a:ext cx="346710" cy="346710"/>
          </a:xfrm>
          <a:prstGeom prst="rect">
            <a:avLst/>
          </a:prstGeom>
          <a:solidFill>
            <a:schemeClr val="bg1"/>
          </a:solidFill>
        </p:spPr>
      </p:pic>
      <p:pic>
        <p:nvPicPr>
          <p:cNvPr id="17" name="图片 16"/>
          <p:cNvPicPr>
            <a:picLocks noChangeAspect="1"/>
          </p:cNvPicPr>
          <p:nvPr>
            <p:custDataLst>
              <p:tags r:id="rId5"/>
            </p:custDataLst>
          </p:nvPr>
        </p:nvPicPr>
        <p:blipFill>
          <a:blip r:embed="rId9"/>
          <a:stretch>
            <a:fillRect/>
          </a:stretch>
        </p:blipFill>
        <p:spPr>
          <a:xfrm>
            <a:off x="9984740" y="1692910"/>
            <a:ext cx="238125" cy="238125"/>
          </a:xfrm>
          <a:prstGeom prst="rect">
            <a:avLst/>
          </a:prstGeom>
        </p:spPr>
      </p:pic>
      <p:pic>
        <p:nvPicPr>
          <p:cNvPr id="18" name="图片 17"/>
          <p:cNvPicPr>
            <a:picLocks noChangeAspect="1"/>
          </p:cNvPicPr>
          <p:nvPr>
            <p:custDataLst>
              <p:tags r:id="rId6"/>
            </p:custDataLst>
          </p:nvPr>
        </p:nvPicPr>
        <p:blipFill>
          <a:blip r:embed="rId9"/>
          <a:stretch>
            <a:fillRect/>
          </a:stretch>
        </p:blipFill>
        <p:spPr>
          <a:xfrm>
            <a:off x="9820910" y="1508125"/>
            <a:ext cx="346710" cy="346710"/>
          </a:xfrm>
          <a:prstGeom prst="rect">
            <a:avLst/>
          </a:prstGeom>
          <a:solidFill>
            <a:schemeClr val="bg1"/>
          </a:solidFill>
        </p:spPr>
      </p:pic>
      <p:pic>
        <p:nvPicPr>
          <p:cNvPr id="15" name="图片 14"/>
          <p:cNvPicPr>
            <a:picLocks noChangeAspect="1"/>
          </p:cNvPicPr>
          <p:nvPr>
            <p:custDataLst>
              <p:tags r:id="rId7"/>
            </p:custDataLst>
          </p:nvPr>
        </p:nvPicPr>
        <p:blipFill>
          <a:blip r:embed="rId10"/>
          <a:stretch>
            <a:fillRect/>
          </a:stretch>
        </p:blipFill>
        <p:spPr>
          <a:xfrm>
            <a:off x="9974580" y="1476375"/>
            <a:ext cx="198755" cy="9271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图片 58" descr="6a9c6d12bd6c4a53b27e4cd35dfc8b3b"/>
          <p:cNvPicPr>
            <a:picLocks noChangeAspect="1"/>
          </p:cNvPicPr>
          <p:nvPr>
            <p:custDataLst>
              <p:tags r:id="rId1"/>
            </p:custDataLst>
          </p:nvPr>
        </p:nvPicPr>
        <p:blipFill>
          <a:blip r:embed="rId60"/>
          <a:stretch>
            <a:fillRect/>
          </a:stretch>
        </p:blipFill>
        <p:spPr>
          <a:xfrm>
            <a:off x="5018915" y="2070735"/>
            <a:ext cx="540000" cy="540000"/>
          </a:xfrm>
          <a:prstGeom prst="rect">
            <a:avLst/>
          </a:prstGeom>
          <a:ln>
            <a:noFill/>
          </a:ln>
        </p:spPr>
      </p:pic>
      <p:sp>
        <p:nvSpPr>
          <p:cNvPr id="8" name="文本框 7"/>
          <p:cNvSpPr txBox="1"/>
          <p:nvPr/>
        </p:nvSpPr>
        <p:spPr>
          <a:xfrm>
            <a:off x="4707255" y="1764030"/>
            <a:ext cx="1163320" cy="275590"/>
          </a:xfrm>
          <a:prstGeom prst="rect">
            <a:avLst/>
          </a:prstGeom>
          <a:noFill/>
        </p:spPr>
        <p:txBody>
          <a:bodyPr wrap="square" rtlCol="0">
            <a:spAutoFit/>
          </a:bodyPr>
          <a:lstStyle/>
          <a:p>
            <a:pPr algn="ctr"/>
            <a:r>
              <a:rPr lang="zh-CN" altLang="en-US" sz="1200">
                <a:latin typeface="微软雅黑" charset="0"/>
                <a:ea typeface="微软雅黑" charset="0"/>
                <a:cs typeface="微软雅黑" charset="0"/>
              </a:rPr>
              <a:t>文件系统</a:t>
            </a:r>
            <a:r>
              <a:rPr lang="en-US" altLang="zh-CN" sz="1200">
                <a:latin typeface="微软雅黑" charset="0"/>
                <a:ea typeface="微软雅黑" charset="0"/>
                <a:cs typeface="微软雅黑" charset="0"/>
              </a:rPr>
              <a:t> A</a:t>
            </a:r>
          </a:p>
        </p:txBody>
      </p:sp>
      <p:pic>
        <p:nvPicPr>
          <p:cNvPr id="9" name="图片 8"/>
          <p:cNvPicPr>
            <a:picLocks noChangeAspect="1"/>
          </p:cNvPicPr>
          <p:nvPr>
            <p:custDataLst>
              <p:tags r:id="rId2"/>
            </p:custDataLst>
          </p:nvPr>
        </p:nvPicPr>
        <p:blipFill>
          <a:blip r:embed="rId61"/>
          <a:stretch>
            <a:fillRect/>
          </a:stretch>
        </p:blipFill>
        <p:spPr>
          <a:xfrm>
            <a:off x="3283585" y="3296285"/>
            <a:ext cx="272415" cy="272415"/>
          </a:xfrm>
          <a:prstGeom prst="rect">
            <a:avLst/>
          </a:prstGeom>
        </p:spPr>
      </p:pic>
      <p:sp>
        <p:nvSpPr>
          <p:cNvPr id="10" name="文本框 9"/>
          <p:cNvSpPr txBox="1"/>
          <p:nvPr>
            <p:custDataLst>
              <p:tags r:id="rId3"/>
            </p:custDataLst>
          </p:nvPr>
        </p:nvSpPr>
        <p:spPr>
          <a:xfrm>
            <a:off x="3156585" y="3556000"/>
            <a:ext cx="526415" cy="368300"/>
          </a:xfrm>
          <a:prstGeom prst="rect">
            <a:avLst/>
          </a:prstGeom>
          <a:noFill/>
        </p:spPr>
        <p:txBody>
          <a:bodyPr wrap="square" rtlCol="0">
            <a:spAutoFit/>
          </a:bodyPr>
          <a:lstStyle/>
          <a:p>
            <a:pPr algn="ctr"/>
            <a:r>
              <a:rPr lang="zh-CN" altLang="en-US" sz="900">
                <a:latin typeface="微软雅黑" charset="0"/>
                <a:ea typeface="微软雅黑" charset="0"/>
                <a:cs typeface="微软雅黑" charset="0"/>
              </a:rPr>
              <a:t>策略</a:t>
            </a:r>
            <a:r>
              <a:rPr lang="en-US" altLang="zh-CN" sz="900">
                <a:latin typeface="微软雅黑" charset="0"/>
                <a:ea typeface="微软雅黑" charset="0"/>
                <a:cs typeface="微软雅黑" charset="0"/>
              </a:rPr>
              <a:t> </a:t>
            </a:r>
          </a:p>
          <a:p>
            <a:pPr algn="ctr"/>
            <a:r>
              <a:rPr lang="en-US" altLang="zh-CN" sz="900">
                <a:latin typeface="微软雅黑" charset="0"/>
                <a:ea typeface="微软雅黑" charset="0"/>
                <a:cs typeface="微软雅黑" charset="0"/>
              </a:rPr>
              <a:t>A1</a:t>
            </a:r>
          </a:p>
        </p:txBody>
      </p:sp>
      <p:sp>
        <p:nvSpPr>
          <p:cNvPr id="12" name="文本框 11"/>
          <p:cNvSpPr txBox="1"/>
          <p:nvPr>
            <p:custDataLst>
              <p:tags r:id="rId4"/>
            </p:custDataLst>
          </p:nvPr>
        </p:nvSpPr>
        <p:spPr>
          <a:xfrm>
            <a:off x="4608195" y="4878705"/>
            <a:ext cx="1361440" cy="275590"/>
          </a:xfrm>
          <a:prstGeom prst="rect">
            <a:avLst/>
          </a:prstGeom>
          <a:noFill/>
        </p:spPr>
        <p:txBody>
          <a:bodyPr wrap="square" rtlCol="0">
            <a:spAutoFit/>
          </a:bodyPr>
          <a:lstStyle/>
          <a:p>
            <a:pPr algn="ctr"/>
            <a:r>
              <a:rPr lang="zh-CN" altLang="en-US" sz="1200">
                <a:latin typeface="微软雅黑" charset="0"/>
                <a:ea typeface="微软雅黑" charset="0"/>
                <a:cs typeface="微软雅黑" charset="0"/>
              </a:rPr>
              <a:t>对象存储</a:t>
            </a:r>
            <a:r>
              <a:rPr lang="en-US" altLang="zh-CN" sz="1200">
                <a:latin typeface="微软雅黑" charset="0"/>
                <a:ea typeface="微软雅黑" charset="0"/>
                <a:cs typeface="微软雅黑" charset="0"/>
              </a:rPr>
              <a:t>-</a:t>
            </a:r>
            <a:r>
              <a:rPr lang="zh-CN" altLang="en-US" sz="1200">
                <a:latin typeface="微软雅黑" charset="0"/>
                <a:ea typeface="微软雅黑" charset="0"/>
                <a:cs typeface="微软雅黑" charset="0"/>
              </a:rPr>
              <a:t>桶</a:t>
            </a:r>
            <a:r>
              <a:rPr lang="en-US" altLang="zh-CN" sz="1200">
                <a:latin typeface="微软雅黑" charset="0"/>
                <a:ea typeface="微软雅黑" charset="0"/>
                <a:cs typeface="微软雅黑" charset="0"/>
              </a:rPr>
              <a:t> A</a:t>
            </a:r>
          </a:p>
        </p:txBody>
      </p:sp>
      <p:pic>
        <p:nvPicPr>
          <p:cNvPr id="14" name="图片 13"/>
          <p:cNvPicPr>
            <a:picLocks noChangeAspect="1"/>
          </p:cNvPicPr>
          <p:nvPr>
            <p:custDataLst>
              <p:tags r:id="rId5"/>
            </p:custDataLst>
          </p:nvPr>
        </p:nvPicPr>
        <p:blipFill>
          <a:blip r:embed="rId62"/>
          <a:stretch>
            <a:fillRect/>
          </a:stretch>
        </p:blipFill>
        <p:spPr>
          <a:xfrm>
            <a:off x="5019358" y="4434840"/>
            <a:ext cx="539115" cy="539115"/>
          </a:xfrm>
          <a:prstGeom prst="rect">
            <a:avLst/>
          </a:prstGeom>
        </p:spPr>
      </p:pic>
      <p:sp>
        <p:nvSpPr>
          <p:cNvPr id="15" name="文本框 14"/>
          <p:cNvSpPr txBox="1"/>
          <p:nvPr>
            <p:custDataLst>
              <p:tags r:id="rId6"/>
            </p:custDataLst>
          </p:nvPr>
        </p:nvSpPr>
        <p:spPr>
          <a:xfrm>
            <a:off x="8282940" y="4878705"/>
            <a:ext cx="1361440" cy="275590"/>
          </a:xfrm>
          <a:prstGeom prst="rect">
            <a:avLst/>
          </a:prstGeom>
          <a:noFill/>
        </p:spPr>
        <p:txBody>
          <a:bodyPr wrap="square" rtlCol="0">
            <a:spAutoFit/>
          </a:bodyPr>
          <a:lstStyle/>
          <a:p>
            <a:pPr algn="ctr"/>
            <a:r>
              <a:rPr lang="zh-CN" altLang="en-US" sz="1200">
                <a:latin typeface="微软雅黑" charset="0"/>
                <a:ea typeface="微软雅黑" charset="0"/>
                <a:cs typeface="微软雅黑" charset="0"/>
              </a:rPr>
              <a:t>对象存储</a:t>
            </a:r>
            <a:r>
              <a:rPr lang="en-US" altLang="zh-CN" sz="1200">
                <a:latin typeface="微软雅黑" charset="0"/>
                <a:ea typeface="微软雅黑" charset="0"/>
                <a:cs typeface="微软雅黑" charset="0"/>
              </a:rPr>
              <a:t>-</a:t>
            </a:r>
            <a:r>
              <a:rPr lang="zh-CN" altLang="en-US" sz="1200">
                <a:latin typeface="微软雅黑" charset="0"/>
                <a:ea typeface="微软雅黑" charset="0"/>
                <a:cs typeface="微软雅黑" charset="0"/>
              </a:rPr>
              <a:t>桶</a:t>
            </a:r>
            <a:r>
              <a:rPr lang="en-US" altLang="zh-CN" sz="1200">
                <a:latin typeface="微软雅黑" charset="0"/>
                <a:ea typeface="微软雅黑" charset="0"/>
                <a:cs typeface="微软雅黑" charset="0"/>
              </a:rPr>
              <a:t> B</a:t>
            </a:r>
          </a:p>
        </p:txBody>
      </p:sp>
      <p:pic>
        <p:nvPicPr>
          <p:cNvPr id="16" name="图片 15"/>
          <p:cNvPicPr>
            <a:picLocks noChangeAspect="1"/>
          </p:cNvPicPr>
          <p:nvPr>
            <p:custDataLst>
              <p:tags r:id="rId7"/>
            </p:custDataLst>
          </p:nvPr>
        </p:nvPicPr>
        <p:blipFill>
          <a:blip r:embed="rId62"/>
          <a:stretch>
            <a:fillRect/>
          </a:stretch>
        </p:blipFill>
        <p:spPr>
          <a:xfrm>
            <a:off x="8694103" y="4434840"/>
            <a:ext cx="539115" cy="539115"/>
          </a:xfrm>
          <a:prstGeom prst="rect">
            <a:avLst/>
          </a:prstGeom>
        </p:spPr>
      </p:pic>
      <p:sp>
        <p:nvSpPr>
          <p:cNvPr id="80" name="AutoShape 35"/>
          <p:cNvSpPr/>
          <p:nvPr>
            <p:custDataLst>
              <p:tags r:id="rId8"/>
            </p:custDataLst>
          </p:nvPr>
        </p:nvSpPr>
        <p:spPr>
          <a:xfrm>
            <a:off x="3311525" y="3983355"/>
            <a:ext cx="798195" cy="252095"/>
          </a:xfrm>
          <a:prstGeom prst="roundRect">
            <a:avLst>
              <a:gd name="adj" fmla="val 8042"/>
            </a:avLst>
          </a:prstGeom>
          <a:solidFill>
            <a:schemeClr val="bg1"/>
          </a:solidFill>
          <a:ln w="12700">
            <a:solidFill>
              <a:schemeClr val="tx1">
                <a:lumMod val="50000"/>
                <a:lumOff val="50000"/>
              </a:schemeClr>
            </a:solidFill>
            <a:prstDash val="solid"/>
          </a:ln>
          <a:effectLst/>
        </p:spPr>
        <p:txBody>
          <a:bodyPr lIns="95250" tIns="47625" rIns="95250" bIns="47625" rtlCol="0" anchor="ctr" anchorCtr="0">
            <a:noAutofit/>
          </a:bodyPr>
          <a:lstStyle/>
          <a:p>
            <a:pPr indent="0" algn="ctr">
              <a:lnSpc>
                <a:spcPct val="100000"/>
              </a:lnSpc>
              <a:defRPr/>
            </a:pPr>
            <a:r>
              <a:rPr lang="en-US" altLang="zh-CN" sz="1000" b="0" i="0" u="none" strike="noStrike">
                <a:solidFill>
                  <a:srgbClr val="1F2329"/>
                </a:solidFill>
                <a:latin typeface="微软雅黑" charset="0"/>
                <a:ea typeface="微软雅黑" charset="0"/>
              </a:rPr>
              <a:t>prefix a1</a:t>
            </a:r>
          </a:p>
        </p:txBody>
      </p:sp>
      <p:sp>
        <p:nvSpPr>
          <p:cNvPr id="17" name="AutoShape 35"/>
          <p:cNvSpPr/>
          <p:nvPr>
            <p:custDataLst>
              <p:tags r:id="rId9"/>
            </p:custDataLst>
          </p:nvPr>
        </p:nvSpPr>
        <p:spPr>
          <a:xfrm>
            <a:off x="5146040" y="3983355"/>
            <a:ext cx="798195" cy="252095"/>
          </a:xfrm>
          <a:prstGeom prst="roundRect">
            <a:avLst>
              <a:gd name="adj" fmla="val 8042"/>
            </a:avLst>
          </a:prstGeom>
          <a:solidFill>
            <a:schemeClr val="bg1"/>
          </a:solidFill>
          <a:ln w="12700">
            <a:solidFill>
              <a:schemeClr val="tx1">
                <a:lumMod val="50000"/>
                <a:lumOff val="50000"/>
              </a:schemeClr>
            </a:solidFill>
            <a:prstDash val="solid"/>
          </a:ln>
          <a:effectLst/>
        </p:spPr>
        <p:txBody>
          <a:bodyPr lIns="95250" tIns="47625" rIns="95250" bIns="47625" rtlCol="0" anchor="ctr" anchorCtr="0">
            <a:noAutofit/>
          </a:bodyPr>
          <a:lstStyle/>
          <a:p>
            <a:pPr indent="0" algn="ctr">
              <a:lnSpc>
                <a:spcPct val="100000"/>
              </a:lnSpc>
              <a:defRPr/>
            </a:pPr>
            <a:r>
              <a:rPr lang="en-US" altLang="zh-CN" sz="1000" b="0" i="0" u="none" strike="noStrike">
                <a:solidFill>
                  <a:srgbClr val="1F2329"/>
                </a:solidFill>
                <a:latin typeface="微软雅黑" charset="0"/>
                <a:ea typeface="微软雅黑" charset="0"/>
              </a:rPr>
              <a:t>prefix a2</a:t>
            </a:r>
          </a:p>
        </p:txBody>
      </p:sp>
      <p:sp>
        <p:nvSpPr>
          <p:cNvPr id="18" name="AutoShape 35"/>
          <p:cNvSpPr/>
          <p:nvPr>
            <p:custDataLst>
              <p:tags r:id="rId10"/>
            </p:custDataLst>
          </p:nvPr>
        </p:nvSpPr>
        <p:spPr>
          <a:xfrm>
            <a:off x="3311525" y="2820035"/>
            <a:ext cx="798195" cy="252095"/>
          </a:xfrm>
          <a:prstGeom prst="roundRect">
            <a:avLst>
              <a:gd name="adj" fmla="val 8042"/>
            </a:avLst>
          </a:prstGeom>
          <a:solidFill>
            <a:schemeClr val="bg1"/>
          </a:solidFill>
          <a:ln w="12700">
            <a:solidFill>
              <a:srgbClr val="FFC000"/>
            </a:solidFill>
            <a:prstDash val="solid"/>
          </a:ln>
          <a:effectLst/>
        </p:spPr>
        <p:txBody>
          <a:bodyPr lIns="95250" tIns="47625" rIns="95250" bIns="47625" rtlCol="0" anchor="ctr" anchorCtr="0">
            <a:noAutofit/>
          </a:bodyPr>
          <a:lstStyle/>
          <a:p>
            <a:pPr indent="0" algn="ctr">
              <a:lnSpc>
                <a:spcPct val="100000"/>
              </a:lnSpc>
              <a:defRPr/>
            </a:pPr>
            <a:r>
              <a:rPr lang="en-US" altLang="zh-CN" sz="1000" b="0" i="0" u="none" strike="noStrike">
                <a:solidFill>
                  <a:srgbClr val="1F2329"/>
                </a:solidFill>
                <a:latin typeface="微软雅黑" charset="0"/>
                <a:ea typeface="微软雅黑" charset="0"/>
              </a:rPr>
              <a:t>dir a1</a:t>
            </a:r>
          </a:p>
        </p:txBody>
      </p:sp>
      <p:sp>
        <p:nvSpPr>
          <p:cNvPr id="19" name="AutoShape 35"/>
          <p:cNvSpPr/>
          <p:nvPr>
            <p:custDataLst>
              <p:tags r:id="rId11"/>
            </p:custDataLst>
          </p:nvPr>
        </p:nvSpPr>
        <p:spPr>
          <a:xfrm>
            <a:off x="5146040" y="2820035"/>
            <a:ext cx="798195" cy="252095"/>
          </a:xfrm>
          <a:prstGeom prst="roundRect">
            <a:avLst>
              <a:gd name="adj" fmla="val 8042"/>
            </a:avLst>
          </a:prstGeom>
          <a:solidFill>
            <a:schemeClr val="bg1"/>
          </a:solidFill>
          <a:ln w="12700">
            <a:solidFill>
              <a:srgbClr val="FFC000"/>
            </a:solidFill>
            <a:prstDash val="solid"/>
          </a:ln>
          <a:effectLst/>
        </p:spPr>
        <p:txBody>
          <a:bodyPr lIns="95250" tIns="47625" rIns="95250" bIns="47625" rtlCol="0" anchor="ctr" anchorCtr="0">
            <a:noAutofit/>
          </a:bodyPr>
          <a:lstStyle/>
          <a:p>
            <a:pPr indent="0" algn="ctr">
              <a:lnSpc>
                <a:spcPct val="100000"/>
              </a:lnSpc>
              <a:defRPr/>
            </a:pPr>
            <a:r>
              <a:rPr lang="en-US" altLang="zh-CN" sz="1000" b="0" i="0" u="none" strike="noStrike">
                <a:solidFill>
                  <a:srgbClr val="1F2329"/>
                </a:solidFill>
                <a:latin typeface="微软雅黑" charset="0"/>
                <a:ea typeface="微软雅黑" charset="0"/>
              </a:rPr>
              <a:t>dir a2</a:t>
            </a:r>
          </a:p>
        </p:txBody>
      </p:sp>
      <p:cxnSp>
        <p:nvCxnSpPr>
          <p:cNvPr id="20" name="肘形连接符 19"/>
          <p:cNvCxnSpPr>
            <a:stCxn id="59" idx="2"/>
            <a:endCxn id="18" idx="0"/>
          </p:cNvCxnSpPr>
          <p:nvPr/>
        </p:nvCxnSpPr>
        <p:spPr>
          <a:xfrm rot="5400000">
            <a:off x="4395153" y="1926273"/>
            <a:ext cx="209550" cy="1577975"/>
          </a:xfrm>
          <a:prstGeom prst="bentConnector3">
            <a:avLst>
              <a:gd name="adj1" fmla="val 49848"/>
            </a:avLst>
          </a:prstGeom>
          <a:ln>
            <a:solidFill>
              <a:srgbClr val="FFC000"/>
            </a:solidFill>
          </a:ln>
        </p:spPr>
        <p:style>
          <a:lnRef idx="2">
            <a:schemeClr val="accent1"/>
          </a:lnRef>
          <a:fillRef idx="0">
            <a:srgbClr val="FFFFFF"/>
          </a:fillRef>
          <a:effectRef idx="0">
            <a:srgbClr val="FFFFFF"/>
          </a:effectRef>
          <a:fontRef idx="minor">
            <a:schemeClr val="tx1"/>
          </a:fontRef>
        </p:style>
      </p:cxnSp>
      <p:cxnSp>
        <p:nvCxnSpPr>
          <p:cNvPr id="21" name="肘形连接符 20"/>
          <p:cNvCxnSpPr>
            <a:stCxn id="59" idx="2"/>
            <a:endCxn id="19" idx="0"/>
          </p:cNvCxnSpPr>
          <p:nvPr/>
        </p:nvCxnSpPr>
        <p:spPr>
          <a:xfrm rot="5400000" flipV="1">
            <a:off x="5312410" y="2586990"/>
            <a:ext cx="209550" cy="256540"/>
          </a:xfrm>
          <a:prstGeom prst="bentConnector3">
            <a:avLst>
              <a:gd name="adj1" fmla="val 50000"/>
            </a:avLst>
          </a:prstGeom>
          <a:ln>
            <a:solidFill>
              <a:srgbClr val="FFC000"/>
            </a:solidFill>
          </a:ln>
        </p:spPr>
        <p:style>
          <a:lnRef idx="2">
            <a:schemeClr val="accent1"/>
          </a:lnRef>
          <a:fillRef idx="0">
            <a:srgbClr val="FFFFFF"/>
          </a:fillRef>
          <a:effectRef idx="0">
            <a:srgbClr val="FFFFFF"/>
          </a:effectRef>
          <a:fontRef idx="minor">
            <a:schemeClr val="tx1"/>
          </a:fontRef>
        </p:style>
      </p:cxnSp>
      <p:cxnSp>
        <p:nvCxnSpPr>
          <p:cNvPr id="22" name="肘形连接符 21"/>
          <p:cNvCxnSpPr>
            <a:stCxn id="80" idx="2"/>
            <a:endCxn id="14" idx="0"/>
          </p:cNvCxnSpPr>
          <p:nvPr/>
        </p:nvCxnSpPr>
        <p:spPr>
          <a:xfrm rot="5400000" flipV="1">
            <a:off x="4400550" y="3545840"/>
            <a:ext cx="199390" cy="1578610"/>
          </a:xfrm>
          <a:prstGeom prst="bentConnector3">
            <a:avLst>
              <a:gd name="adj1" fmla="val 50000"/>
            </a:avLst>
          </a:prstGeom>
          <a:ln>
            <a:solidFill>
              <a:schemeClr val="tx1">
                <a:lumMod val="50000"/>
                <a:lumOff val="50000"/>
              </a:schemeClr>
            </a:solidFill>
          </a:ln>
        </p:spPr>
        <p:style>
          <a:lnRef idx="2">
            <a:schemeClr val="accent1"/>
          </a:lnRef>
          <a:fillRef idx="0">
            <a:srgbClr val="FFFFFF"/>
          </a:fillRef>
          <a:effectRef idx="0">
            <a:srgbClr val="FFFFFF"/>
          </a:effectRef>
          <a:fontRef idx="minor">
            <a:schemeClr val="tx1"/>
          </a:fontRef>
        </p:style>
      </p:cxnSp>
      <p:cxnSp>
        <p:nvCxnSpPr>
          <p:cNvPr id="23" name="肘形连接符 22"/>
          <p:cNvCxnSpPr>
            <a:stCxn id="17" idx="2"/>
            <a:endCxn id="14" idx="0"/>
          </p:cNvCxnSpPr>
          <p:nvPr>
            <p:custDataLst>
              <p:tags r:id="rId12"/>
            </p:custDataLst>
          </p:nvPr>
        </p:nvCxnSpPr>
        <p:spPr>
          <a:xfrm rot="5400000">
            <a:off x="5317808" y="4207193"/>
            <a:ext cx="199390" cy="255905"/>
          </a:xfrm>
          <a:prstGeom prst="bentConnector3">
            <a:avLst>
              <a:gd name="adj1" fmla="val 49841"/>
            </a:avLst>
          </a:prstGeom>
          <a:ln>
            <a:solidFill>
              <a:schemeClr val="tx1">
                <a:lumMod val="50000"/>
                <a:lumOff val="50000"/>
              </a:schemeClr>
            </a:solidFill>
          </a:ln>
        </p:spPr>
        <p:style>
          <a:lnRef idx="2">
            <a:schemeClr val="accent1"/>
          </a:lnRef>
          <a:fillRef idx="0">
            <a:srgbClr val="FFFFFF"/>
          </a:fillRef>
          <a:effectRef idx="0">
            <a:srgbClr val="FFFFFF"/>
          </a:effectRef>
          <a:fontRef idx="minor">
            <a:schemeClr val="tx1"/>
          </a:fontRef>
        </p:style>
      </p:cxnSp>
      <p:cxnSp>
        <p:nvCxnSpPr>
          <p:cNvPr id="24" name="直接箭头连接符 23"/>
          <p:cNvCxnSpPr/>
          <p:nvPr/>
        </p:nvCxnSpPr>
        <p:spPr>
          <a:xfrm>
            <a:off x="3627120" y="3072130"/>
            <a:ext cx="0" cy="911225"/>
          </a:xfrm>
          <a:prstGeom prst="straightConnector1">
            <a:avLst/>
          </a:prstGeom>
          <a:ln w="9525" cap="flat" cmpd="sng" algn="ctr">
            <a:solidFill>
              <a:schemeClr val="accent1"/>
            </a:solidFill>
            <a:prstDash val="dash"/>
            <a:headEnd type="arrow" w="med" len="med"/>
            <a:tailEnd type="arrow" w="med" len="med"/>
          </a:ln>
        </p:spPr>
        <p:style>
          <a:lnRef idx="0">
            <a:schemeClr val="accent1"/>
          </a:lnRef>
          <a:fillRef idx="0">
            <a:srgbClr val="FFFFFF"/>
          </a:fillRef>
          <a:effectRef idx="0">
            <a:srgbClr val="FFFFFF"/>
          </a:effectRef>
          <a:fontRef idx="minor">
            <a:schemeClr val="tx1"/>
          </a:fontRef>
        </p:style>
      </p:cxnSp>
      <p:pic>
        <p:nvPicPr>
          <p:cNvPr id="28" name="图片 27" descr="6a9c6d12bd6c4a53b27e4cd35dfc8b3b"/>
          <p:cNvPicPr>
            <a:picLocks noChangeAspect="1"/>
          </p:cNvPicPr>
          <p:nvPr>
            <p:custDataLst>
              <p:tags r:id="rId13"/>
            </p:custDataLst>
          </p:nvPr>
        </p:nvPicPr>
        <p:blipFill>
          <a:blip r:embed="rId60"/>
          <a:stretch>
            <a:fillRect/>
          </a:stretch>
        </p:blipFill>
        <p:spPr>
          <a:xfrm>
            <a:off x="8693660" y="2070735"/>
            <a:ext cx="540000" cy="540000"/>
          </a:xfrm>
          <a:prstGeom prst="rect">
            <a:avLst/>
          </a:prstGeom>
          <a:ln>
            <a:noFill/>
          </a:ln>
        </p:spPr>
      </p:pic>
      <p:sp>
        <p:nvSpPr>
          <p:cNvPr id="29" name="文本框 28"/>
          <p:cNvSpPr txBox="1"/>
          <p:nvPr>
            <p:custDataLst>
              <p:tags r:id="rId14"/>
            </p:custDataLst>
          </p:nvPr>
        </p:nvSpPr>
        <p:spPr>
          <a:xfrm>
            <a:off x="8382000" y="1764030"/>
            <a:ext cx="1163320" cy="275590"/>
          </a:xfrm>
          <a:prstGeom prst="rect">
            <a:avLst/>
          </a:prstGeom>
          <a:noFill/>
        </p:spPr>
        <p:txBody>
          <a:bodyPr wrap="square" rtlCol="0">
            <a:spAutoFit/>
          </a:bodyPr>
          <a:lstStyle/>
          <a:p>
            <a:pPr algn="ctr"/>
            <a:r>
              <a:rPr lang="zh-CN" altLang="en-US" sz="1200">
                <a:latin typeface="微软雅黑" charset="0"/>
                <a:ea typeface="微软雅黑" charset="0"/>
                <a:cs typeface="微软雅黑" charset="0"/>
              </a:rPr>
              <a:t>文件系统</a:t>
            </a:r>
            <a:r>
              <a:rPr lang="en-US" altLang="zh-CN" sz="1200">
                <a:latin typeface="微软雅黑" charset="0"/>
                <a:ea typeface="微软雅黑" charset="0"/>
                <a:cs typeface="微软雅黑" charset="0"/>
              </a:rPr>
              <a:t> B</a:t>
            </a:r>
          </a:p>
        </p:txBody>
      </p:sp>
      <p:pic>
        <p:nvPicPr>
          <p:cNvPr id="30" name="图片 29"/>
          <p:cNvPicPr>
            <a:picLocks noChangeAspect="1"/>
          </p:cNvPicPr>
          <p:nvPr>
            <p:custDataLst>
              <p:tags r:id="rId15"/>
            </p:custDataLst>
          </p:nvPr>
        </p:nvPicPr>
        <p:blipFill>
          <a:blip r:embed="rId63"/>
          <a:stretch>
            <a:fillRect/>
          </a:stretch>
        </p:blipFill>
        <p:spPr>
          <a:xfrm>
            <a:off x="2799080" y="3206115"/>
            <a:ext cx="191770" cy="191770"/>
          </a:xfrm>
          <a:prstGeom prst="rect">
            <a:avLst/>
          </a:prstGeom>
        </p:spPr>
      </p:pic>
      <p:sp>
        <p:nvSpPr>
          <p:cNvPr id="31" name="文本框 30"/>
          <p:cNvSpPr txBox="1"/>
          <p:nvPr>
            <p:custDataLst>
              <p:tags r:id="rId16"/>
            </p:custDataLst>
          </p:nvPr>
        </p:nvSpPr>
        <p:spPr>
          <a:xfrm>
            <a:off x="2109470" y="3187065"/>
            <a:ext cx="654050" cy="229870"/>
          </a:xfrm>
          <a:prstGeom prst="rect">
            <a:avLst/>
          </a:prstGeom>
          <a:noFill/>
        </p:spPr>
        <p:txBody>
          <a:bodyPr wrap="square" rtlCol="0">
            <a:spAutoFit/>
          </a:bodyPr>
          <a:lstStyle/>
          <a:p>
            <a:pPr algn="r"/>
            <a:r>
              <a:rPr lang="zh-CN" altLang="en-US" sz="900">
                <a:latin typeface="微软雅黑" charset="0"/>
                <a:ea typeface="微软雅黑" charset="0"/>
              </a:rPr>
              <a:t>预热规则</a:t>
            </a:r>
          </a:p>
        </p:txBody>
      </p:sp>
      <p:pic>
        <p:nvPicPr>
          <p:cNvPr id="32" name="图片 31"/>
          <p:cNvPicPr>
            <a:picLocks noChangeAspect="1"/>
          </p:cNvPicPr>
          <p:nvPr>
            <p:custDataLst>
              <p:tags r:id="rId17"/>
            </p:custDataLst>
          </p:nvPr>
        </p:nvPicPr>
        <p:blipFill>
          <a:blip r:embed="rId63"/>
          <a:stretch>
            <a:fillRect/>
          </a:stretch>
        </p:blipFill>
        <p:spPr>
          <a:xfrm>
            <a:off x="2799080" y="3460115"/>
            <a:ext cx="191770" cy="191770"/>
          </a:xfrm>
          <a:prstGeom prst="rect">
            <a:avLst/>
          </a:prstGeom>
        </p:spPr>
      </p:pic>
      <p:sp>
        <p:nvSpPr>
          <p:cNvPr id="33" name="文本框 32"/>
          <p:cNvSpPr txBox="1"/>
          <p:nvPr>
            <p:custDataLst>
              <p:tags r:id="rId18"/>
            </p:custDataLst>
          </p:nvPr>
        </p:nvSpPr>
        <p:spPr>
          <a:xfrm>
            <a:off x="2109470" y="3441065"/>
            <a:ext cx="654050" cy="229870"/>
          </a:xfrm>
          <a:prstGeom prst="rect">
            <a:avLst/>
          </a:prstGeom>
          <a:noFill/>
        </p:spPr>
        <p:txBody>
          <a:bodyPr wrap="square" rtlCol="0">
            <a:spAutoFit/>
          </a:bodyPr>
          <a:lstStyle/>
          <a:p>
            <a:pPr algn="r"/>
            <a:r>
              <a:rPr lang="zh-CN" altLang="en-US" sz="900">
                <a:latin typeface="微软雅黑" charset="0"/>
                <a:ea typeface="微软雅黑" charset="0"/>
              </a:rPr>
              <a:t>淘汰规则</a:t>
            </a:r>
          </a:p>
        </p:txBody>
      </p:sp>
      <p:pic>
        <p:nvPicPr>
          <p:cNvPr id="34" name="图片 33"/>
          <p:cNvPicPr>
            <a:picLocks noChangeAspect="1"/>
          </p:cNvPicPr>
          <p:nvPr>
            <p:custDataLst>
              <p:tags r:id="rId19"/>
            </p:custDataLst>
          </p:nvPr>
        </p:nvPicPr>
        <p:blipFill>
          <a:blip r:embed="rId63"/>
          <a:stretch>
            <a:fillRect/>
          </a:stretch>
        </p:blipFill>
        <p:spPr>
          <a:xfrm>
            <a:off x="2799080" y="3707130"/>
            <a:ext cx="191770" cy="191770"/>
          </a:xfrm>
          <a:prstGeom prst="rect">
            <a:avLst/>
          </a:prstGeom>
        </p:spPr>
      </p:pic>
      <p:sp>
        <p:nvSpPr>
          <p:cNvPr id="35" name="文本框 34"/>
          <p:cNvSpPr txBox="1"/>
          <p:nvPr>
            <p:custDataLst>
              <p:tags r:id="rId20"/>
            </p:custDataLst>
          </p:nvPr>
        </p:nvSpPr>
        <p:spPr>
          <a:xfrm>
            <a:off x="2109470" y="3688080"/>
            <a:ext cx="654050" cy="229870"/>
          </a:xfrm>
          <a:prstGeom prst="rect">
            <a:avLst/>
          </a:prstGeom>
          <a:noFill/>
        </p:spPr>
        <p:txBody>
          <a:bodyPr wrap="square" rtlCol="0">
            <a:spAutoFit/>
          </a:bodyPr>
          <a:lstStyle/>
          <a:p>
            <a:pPr algn="r"/>
            <a:r>
              <a:rPr lang="zh-CN" altLang="en-US" sz="900">
                <a:latin typeface="微软雅黑" charset="0"/>
                <a:ea typeface="微软雅黑" charset="0"/>
              </a:rPr>
              <a:t>沉降规则</a:t>
            </a:r>
          </a:p>
        </p:txBody>
      </p:sp>
      <p:pic>
        <p:nvPicPr>
          <p:cNvPr id="36" name="图片 35"/>
          <p:cNvPicPr>
            <a:picLocks noChangeAspect="1"/>
          </p:cNvPicPr>
          <p:nvPr>
            <p:custDataLst>
              <p:tags r:id="rId21"/>
            </p:custDataLst>
          </p:nvPr>
        </p:nvPicPr>
        <p:blipFill>
          <a:blip r:embed="rId64"/>
          <a:stretch>
            <a:fillRect/>
          </a:stretch>
        </p:blipFill>
        <p:spPr>
          <a:xfrm>
            <a:off x="2798445" y="2956243"/>
            <a:ext cx="192405" cy="192405"/>
          </a:xfrm>
          <a:prstGeom prst="rect">
            <a:avLst/>
          </a:prstGeom>
        </p:spPr>
      </p:pic>
      <p:sp>
        <p:nvSpPr>
          <p:cNvPr id="37" name="文本框 36"/>
          <p:cNvSpPr txBox="1"/>
          <p:nvPr>
            <p:custDataLst>
              <p:tags r:id="rId22"/>
            </p:custDataLst>
          </p:nvPr>
        </p:nvSpPr>
        <p:spPr>
          <a:xfrm>
            <a:off x="1550670" y="2918778"/>
            <a:ext cx="1212850" cy="229870"/>
          </a:xfrm>
          <a:prstGeom prst="rect">
            <a:avLst/>
          </a:prstGeom>
          <a:noFill/>
        </p:spPr>
        <p:txBody>
          <a:bodyPr wrap="square" rtlCol="0">
            <a:spAutoFit/>
          </a:bodyPr>
          <a:lstStyle/>
          <a:p>
            <a:pPr algn="r"/>
            <a:r>
              <a:rPr lang="zh-CN" altLang="en-US" sz="900">
                <a:latin typeface="微软雅黑" charset="0"/>
                <a:ea typeface="微软雅黑" charset="0"/>
              </a:rPr>
              <a:t>同名文件冲突规则</a:t>
            </a:r>
          </a:p>
        </p:txBody>
      </p:sp>
      <p:cxnSp>
        <p:nvCxnSpPr>
          <p:cNvPr id="38" name="肘形连接符 37"/>
          <p:cNvCxnSpPr>
            <a:stCxn id="36" idx="3"/>
            <a:endCxn id="9" idx="1"/>
          </p:cNvCxnSpPr>
          <p:nvPr/>
        </p:nvCxnSpPr>
        <p:spPr>
          <a:xfrm>
            <a:off x="2990850" y="3053080"/>
            <a:ext cx="292735" cy="379730"/>
          </a:xfrm>
          <a:prstGeom prst="bentConnector3">
            <a:avLst>
              <a:gd name="adj1" fmla="val 50108"/>
            </a:avLst>
          </a:prstGeom>
          <a:ln w="3175" cap="rnd">
            <a:solidFill>
              <a:schemeClr val="accent1"/>
            </a:solidFill>
            <a:prstDash val="sysDot"/>
            <a:round/>
          </a:ln>
        </p:spPr>
        <p:style>
          <a:lnRef idx="0">
            <a:srgbClr val="FFFFFF"/>
          </a:lnRef>
          <a:fillRef idx="0">
            <a:srgbClr val="FFFFFF"/>
          </a:fillRef>
          <a:effectRef idx="0">
            <a:srgbClr val="FFFFFF"/>
          </a:effectRef>
          <a:fontRef idx="minor">
            <a:schemeClr val="tx1"/>
          </a:fontRef>
        </p:style>
      </p:cxnSp>
      <p:cxnSp>
        <p:nvCxnSpPr>
          <p:cNvPr id="39" name="肘形连接符 38"/>
          <p:cNvCxnSpPr>
            <a:stCxn id="30" idx="3"/>
            <a:endCxn id="9" idx="1"/>
          </p:cNvCxnSpPr>
          <p:nvPr>
            <p:custDataLst>
              <p:tags r:id="rId23"/>
            </p:custDataLst>
          </p:nvPr>
        </p:nvCxnSpPr>
        <p:spPr>
          <a:xfrm>
            <a:off x="2990850" y="3302000"/>
            <a:ext cx="292735" cy="130810"/>
          </a:xfrm>
          <a:prstGeom prst="bentConnector3">
            <a:avLst>
              <a:gd name="adj1" fmla="val 50108"/>
            </a:avLst>
          </a:prstGeom>
          <a:ln w="3175" cap="rnd">
            <a:solidFill>
              <a:schemeClr val="accent1"/>
            </a:solidFill>
            <a:prstDash val="sysDot"/>
            <a:round/>
          </a:ln>
        </p:spPr>
        <p:style>
          <a:lnRef idx="0">
            <a:srgbClr val="FFFFFF"/>
          </a:lnRef>
          <a:fillRef idx="0">
            <a:srgbClr val="FFFFFF"/>
          </a:fillRef>
          <a:effectRef idx="0">
            <a:srgbClr val="FFFFFF"/>
          </a:effectRef>
          <a:fontRef idx="minor">
            <a:schemeClr val="tx1"/>
          </a:fontRef>
        </p:style>
      </p:cxnSp>
      <p:cxnSp>
        <p:nvCxnSpPr>
          <p:cNvPr id="40" name="肘形连接符 39"/>
          <p:cNvCxnSpPr>
            <a:stCxn id="32" idx="3"/>
            <a:endCxn id="9" idx="1"/>
          </p:cNvCxnSpPr>
          <p:nvPr>
            <p:custDataLst>
              <p:tags r:id="rId24"/>
            </p:custDataLst>
          </p:nvPr>
        </p:nvCxnSpPr>
        <p:spPr>
          <a:xfrm flipV="1">
            <a:off x="2990850" y="3432810"/>
            <a:ext cx="292735" cy="123190"/>
          </a:xfrm>
          <a:prstGeom prst="bentConnector3">
            <a:avLst>
              <a:gd name="adj1" fmla="val 50108"/>
            </a:avLst>
          </a:prstGeom>
          <a:ln w="3175" cap="rnd">
            <a:solidFill>
              <a:schemeClr val="accent1"/>
            </a:solidFill>
            <a:prstDash val="sysDot"/>
            <a:round/>
          </a:ln>
        </p:spPr>
        <p:style>
          <a:lnRef idx="0">
            <a:srgbClr val="FFFFFF"/>
          </a:lnRef>
          <a:fillRef idx="0">
            <a:srgbClr val="FFFFFF"/>
          </a:fillRef>
          <a:effectRef idx="0">
            <a:srgbClr val="FFFFFF"/>
          </a:effectRef>
          <a:fontRef idx="minor">
            <a:schemeClr val="tx1"/>
          </a:fontRef>
        </p:style>
      </p:cxnSp>
      <p:cxnSp>
        <p:nvCxnSpPr>
          <p:cNvPr id="41" name="肘形连接符 40"/>
          <p:cNvCxnSpPr>
            <a:stCxn id="34" idx="3"/>
            <a:endCxn id="9" idx="1"/>
          </p:cNvCxnSpPr>
          <p:nvPr>
            <p:custDataLst>
              <p:tags r:id="rId25"/>
            </p:custDataLst>
          </p:nvPr>
        </p:nvCxnSpPr>
        <p:spPr>
          <a:xfrm flipV="1">
            <a:off x="2990850" y="3432810"/>
            <a:ext cx="292735" cy="370205"/>
          </a:xfrm>
          <a:prstGeom prst="bentConnector3">
            <a:avLst>
              <a:gd name="adj1" fmla="val 50108"/>
            </a:avLst>
          </a:prstGeom>
          <a:ln w="3175" cap="rnd">
            <a:solidFill>
              <a:schemeClr val="accent1"/>
            </a:solidFill>
            <a:prstDash val="sysDot"/>
            <a:round/>
          </a:ln>
        </p:spPr>
        <p:style>
          <a:lnRef idx="0">
            <a:srgbClr val="FFFFFF"/>
          </a:lnRef>
          <a:fillRef idx="0">
            <a:srgbClr val="FFFFFF"/>
          </a:fillRef>
          <a:effectRef idx="0">
            <a:srgbClr val="FFFFFF"/>
          </a:effectRef>
          <a:fontRef idx="minor">
            <a:schemeClr val="tx1"/>
          </a:fontRef>
        </p:style>
      </p:cxnSp>
      <p:cxnSp>
        <p:nvCxnSpPr>
          <p:cNvPr id="54" name="直接箭头连接符 53"/>
          <p:cNvCxnSpPr/>
          <p:nvPr>
            <p:custDataLst>
              <p:tags r:id="rId26"/>
            </p:custDataLst>
          </p:nvPr>
        </p:nvCxnSpPr>
        <p:spPr>
          <a:xfrm>
            <a:off x="3743325" y="3072130"/>
            <a:ext cx="0" cy="911225"/>
          </a:xfrm>
          <a:prstGeom prst="straightConnector1">
            <a:avLst/>
          </a:prstGeom>
          <a:ln w="9525" cap="flat" cmpd="sng" algn="ctr">
            <a:solidFill>
              <a:schemeClr val="accent2"/>
            </a:solidFill>
            <a:prstDash val="dash"/>
            <a:headEnd type="arrow" w="med" len="med"/>
            <a:tailEnd type="arrow" w="med" len="med"/>
          </a:ln>
        </p:spPr>
        <p:style>
          <a:lnRef idx="0">
            <a:schemeClr val="accent1"/>
          </a:lnRef>
          <a:fillRef idx="0">
            <a:srgbClr val="FFFFFF"/>
          </a:fillRef>
          <a:effectRef idx="0">
            <a:srgbClr val="FFFFFF"/>
          </a:effectRef>
          <a:fontRef idx="minor">
            <a:schemeClr val="tx1"/>
          </a:fontRef>
        </p:style>
      </p:cxnSp>
      <p:pic>
        <p:nvPicPr>
          <p:cNvPr id="56" name="图片 55"/>
          <p:cNvPicPr>
            <a:picLocks noChangeAspect="1"/>
          </p:cNvPicPr>
          <p:nvPr>
            <p:custDataLst>
              <p:tags r:id="rId27"/>
            </p:custDataLst>
          </p:nvPr>
        </p:nvPicPr>
        <p:blipFill>
          <a:blip r:embed="rId65"/>
          <a:stretch>
            <a:fillRect/>
          </a:stretch>
        </p:blipFill>
        <p:spPr>
          <a:xfrm>
            <a:off x="3867150" y="3296285"/>
            <a:ext cx="278765" cy="272415"/>
          </a:xfrm>
          <a:prstGeom prst="rect">
            <a:avLst/>
          </a:prstGeom>
        </p:spPr>
      </p:pic>
      <p:sp>
        <p:nvSpPr>
          <p:cNvPr id="57" name="文本框 56"/>
          <p:cNvSpPr txBox="1"/>
          <p:nvPr>
            <p:custDataLst>
              <p:tags r:id="rId28"/>
            </p:custDataLst>
          </p:nvPr>
        </p:nvSpPr>
        <p:spPr>
          <a:xfrm>
            <a:off x="3743325" y="3556000"/>
            <a:ext cx="526415" cy="368300"/>
          </a:xfrm>
          <a:prstGeom prst="rect">
            <a:avLst/>
          </a:prstGeom>
          <a:noFill/>
        </p:spPr>
        <p:txBody>
          <a:bodyPr wrap="square" rtlCol="0">
            <a:spAutoFit/>
          </a:bodyPr>
          <a:lstStyle/>
          <a:p>
            <a:pPr algn="ctr"/>
            <a:r>
              <a:rPr lang="zh-CN" altLang="en-US" sz="900">
                <a:latin typeface="微软雅黑" charset="0"/>
                <a:ea typeface="微软雅黑" charset="0"/>
                <a:cs typeface="微软雅黑" charset="0"/>
              </a:rPr>
              <a:t>任务</a:t>
            </a:r>
          </a:p>
          <a:p>
            <a:pPr algn="ctr"/>
            <a:r>
              <a:rPr lang="en-US" altLang="zh-CN" sz="900">
                <a:latin typeface="微软雅黑" charset="0"/>
                <a:ea typeface="微软雅黑" charset="0"/>
                <a:cs typeface="微软雅黑" charset="0"/>
              </a:rPr>
              <a:t>0~n</a:t>
            </a:r>
          </a:p>
        </p:txBody>
      </p:sp>
      <p:cxnSp>
        <p:nvCxnSpPr>
          <p:cNvPr id="58" name="直接箭头连接符 57"/>
          <p:cNvCxnSpPr>
            <a:stCxn id="9" idx="3"/>
            <a:endCxn id="56" idx="1"/>
          </p:cNvCxnSpPr>
          <p:nvPr/>
        </p:nvCxnSpPr>
        <p:spPr>
          <a:xfrm>
            <a:off x="3556000" y="3432810"/>
            <a:ext cx="311150" cy="0"/>
          </a:xfrm>
          <a:prstGeom prst="straightConnector1">
            <a:avLst/>
          </a:prstGeom>
          <a:ln>
            <a:solidFill>
              <a:schemeClr val="tx1">
                <a:lumMod val="50000"/>
                <a:lumOff val="50000"/>
              </a:schemeClr>
            </a:solidFill>
            <a:tailEnd type="arrow"/>
          </a:ln>
        </p:spPr>
        <p:style>
          <a:lnRef idx="2">
            <a:schemeClr val="accent1"/>
          </a:lnRef>
          <a:fillRef idx="0">
            <a:srgbClr val="FFFFFF"/>
          </a:fillRef>
          <a:effectRef idx="0">
            <a:srgbClr val="FFFFFF"/>
          </a:effectRef>
          <a:fontRef idx="minor">
            <a:schemeClr val="tx1"/>
          </a:fontRef>
        </p:style>
      </p:cxnSp>
      <p:pic>
        <p:nvPicPr>
          <p:cNvPr id="61" name="图片 60"/>
          <p:cNvPicPr>
            <a:picLocks noChangeAspect="1"/>
          </p:cNvPicPr>
          <p:nvPr>
            <p:custDataLst>
              <p:tags r:id="rId29"/>
            </p:custDataLst>
          </p:nvPr>
        </p:nvPicPr>
        <p:blipFill>
          <a:blip r:embed="rId63"/>
          <a:stretch>
            <a:fillRect/>
          </a:stretch>
        </p:blipFill>
        <p:spPr>
          <a:xfrm>
            <a:off x="4297998" y="3206115"/>
            <a:ext cx="191770" cy="191770"/>
          </a:xfrm>
          <a:prstGeom prst="rect">
            <a:avLst/>
          </a:prstGeom>
        </p:spPr>
      </p:pic>
      <p:pic>
        <p:nvPicPr>
          <p:cNvPr id="62" name="图片 61"/>
          <p:cNvPicPr>
            <a:picLocks noChangeAspect="1"/>
          </p:cNvPicPr>
          <p:nvPr>
            <p:custDataLst>
              <p:tags r:id="rId30"/>
            </p:custDataLst>
          </p:nvPr>
        </p:nvPicPr>
        <p:blipFill>
          <a:blip r:embed="rId63"/>
          <a:stretch>
            <a:fillRect/>
          </a:stretch>
        </p:blipFill>
        <p:spPr>
          <a:xfrm>
            <a:off x="4297998" y="3460115"/>
            <a:ext cx="191770" cy="191770"/>
          </a:xfrm>
          <a:prstGeom prst="rect">
            <a:avLst/>
          </a:prstGeom>
        </p:spPr>
      </p:pic>
      <p:pic>
        <p:nvPicPr>
          <p:cNvPr id="63" name="图片 62"/>
          <p:cNvPicPr>
            <a:picLocks noChangeAspect="1"/>
          </p:cNvPicPr>
          <p:nvPr>
            <p:custDataLst>
              <p:tags r:id="rId31"/>
            </p:custDataLst>
          </p:nvPr>
        </p:nvPicPr>
        <p:blipFill>
          <a:blip r:embed="rId63"/>
          <a:stretch>
            <a:fillRect/>
          </a:stretch>
        </p:blipFill>
        <p:spPr>
          <a:xfrm>
            <a:off x="4297998" y="3707130"/>
            <a:ext cx="191770" cy="191770"/>
          </a:xfrm>
          <a:prstGeom prst="rect">
            <a:avLst/>
          </a:prstGeom>
        </p:spPr>
      </p:pic>
      <p:pic>
        <p:nvPicPr>
          <p:cNvPr id="64" name="图片 63"/>
          <p:cNvPicPr>
            <a:picLocks noChangeAspect="1"/>
          </p:cNvPicPr>
          <p:nvPr>
            <p:custDataLst>
              <p:tags r:id="rId32"/>
            </p:custDataLst>
          </p:nvPr>
        </p:nvPicPr>
        <p:blipFill>
          <a:blip r:embed="rId64"/>
          <a:stretch>
            <a:fillRect/>
          </a:stretch>
        </p:blipFill>
        <p:spPr>
          <a:xfrm>
            <a:off x="4297680" y="2956243"/>
            <a:ext cx="192405" cy="192405"/>
          </a:xfrm>
          <a:prstGeom prst="rect">
            <a:avLst/>
          </a:prstGeom>
        </p:spPr>
      </p:pic>
      <p:cxnSp>
        <p:nvCxnSpPr>
          <p:cNvPr id="65" name="肘形连接符 64"/>
          <p:cNvCxnSpPr>
            <a:stCxn id="56" idx="3"/>
            <a:endCxn id="64" idx="1"/>
          </p:cNvCxnSpPr>
          <p:nvPr>
            <p:custDataLst>
              <p:tags r:id="rId33"/>
            </p:custDataLst>
          </p:nvPr>
        </p:nvCxnSpPr>
        <p:spPr>
          <a:xfrm flipV="1">
            <a:off x="4145915" y="3052445"/>
            <a:ext cx="151765" cy="380365"/>
          </a:xfrm>
          <a:prstGeom prst="bentConnector3">
            <a:avLst>
              <a:gd name="adj1" fmla="val 50209"/>
            </a:avLst>
          </a:prstGeom>
          <a:ln w="3175" cap="rnd">
            <a:solidFill>
              <a:schemeClr val="accent2"/>
            </a:solidFill>
            <a:prstDash val="sysDot"/>
            <a:round/>
          </a:ln>
        </p:spPr>
        <p:style>
          <a:lnRef idx="0">
            <a:srgbClr val="FFFFFF"/>
          </a:lnRef>
          <a:fillRef idx="0">
            <a:srgbClr val="FFFFFF"/>
          </a:fillRef>
          <a:effectRef idx="0">
            <a:srgbClr val="FFFFFF"/>
          </a:effectRef>
          <a:fontRef idx="minor">
            <a:schemeClr val="tx1"/>
          </a:fontRef>
        </p:style>
      </p:cxnSp>
      <p:cxnSp>
        <p:nvCxnSpPr>
          <p:cNvPr id="66" name="肘形连接符 65"/>
          <p:cNvCxnSpPr>
            <a:stCxn id="56" idx="3"/>
          </p:cNvCxnSpPr>
          <p:nvPr>
            <p:custDataLst>
              <p:tags r:id="rId34"/>
            </p:custDataLst>
          </p:nvPr>
        </p:nvCxnSpPr>
        <p:spPr>
          <a:xfrm flipV="1">
            <a:off x="4145915" y="3300730"/>
            <a:ext cx="149225" cy="132080"/>
          </a:xfrm>
          <a:prstGeom prst="bentConnector3">
            <a:avLst>
              <a:gd name="adj1" fmla="val 50213"/>
            </a:avLst>
          </a:prstGeom>
          <a:ln w="3175" cap="rnd">
            <a:solidFill>
              <a:schemeClr val="accent2"/>
            </a:solidFill>
            <a:prstDash val="sysDot"/>
            <a:round/>
          </a:ln>
        </p:spPr>
        <p:style>
          <a:lnRef idx="0">
            <a:srgbClr val="FFFFFF"/>
          </a:lnRef>
          <a:fillRef idx="0">
            <a:srgbClr val="FFFFFF"/>
          </a:fillRef>
          <a:effectRef idx="0">
            <a:srgbClr val="FFFFFF"/>
          </a:effectRef>
          <a:fontRef idx="minor">
            <a:schemeClr val="tx1"/>
          </a:fontRef>
        </p:style>
      </p:cxnSp>
      <p:cxnSp>
        <p:nvCxnSpPr>
          <p:cNvPr id="67" name="肘形连接符 66"/>
          <p:cNvCxnSpPr>
            <a:stCxn id="56" idx="3"/>
            <a:endCxn id="62" idx="1"/>
          </p:cNvCxnSpPr>
          <p:nvPr>
            <p:custDataLst>
              <p:tags r:id="rId35"/>
            </p:custDataLst>
          </p:nvPr>
        </p:nvCxnSpPr>
        <p:spPr>
          <a:xfrm>
            <a:off x="4145915" y="3432810"/>
            <a:ext cx="152400" cy="123190"/>
          </a:xfrm>
          <a:prstGeom prst="bentConnector3">
            <a:avLst>
              <a:gd name="adj1" fmla="val 50000"/>
            </a:avLst>
          </a:prstGeom>
          <a:ln w="3175" cap="rnd">
            <a:solidFill>
              <a:schemeClr val="accent2"/>
            </a:solidFill>
            <a:prstDash val="sysDot"/>
            <a:round/>
          </a:ln>
        </p:spPr>
        <p:style>
          <a:lnRef idx="0">
            <a:srgbClr val="FFFFFF"/>
          </a:lnRef>
          <a:fillRef idx="0">
            <a:srgbClr val="FFFFFF"/>
          </a:fillRef>
          <a:effectRef idx="0">
            <a:srgbClr val="FFFFFF"/>
          </a:effectRef>
          <a:fontRef idx="minor">
            <a:schemeClr val="tx1"/>
          </a:fontRef>
        </p:style>
      </p:cxnSp>
      <p:cxnSp>
        <p:nvCxnSpPr>
          <p:cNvPr id="68" name="肘形连接符 67"/>
          <p:cNvCxnSpPr>
            <a:stCxn id="56" idx="3"/>
            <a:endCxn id="63" idx="1"/>
          </p:cNvCxnSpPr>
          <p:nvPr>
            <p:custDataLst>
              <p:tags r:id="rId36"/>
            </p:custDataLst>
          </p:nvPr>
        </p:nvCxnSpPr>
        <p:spPr>
          <a:xfrm>
            <a:off x="4145915" y="3432810"/>
            <a:ext cx="152400" cy="370205"/>
          </a:xfrm>
          <a:prstGeom prst="bentConnector3">
            <a:avLst>
              <a:gd name="adj1" fmla="val 50000"/>
            </a:avLst>
          </a:prstGeom>
          <a:ln w="3175" cap="rnd">
            <a:solidFill>
              <a:schemeClr val="accent2"/>
            </a:solidFill>
            <a:prstDash val="sysDot"/>
            <a:round/>
          </a:ln>
        </p:spPr>
        <p:style>
          <a:lnRef idx="0">
            <a:srgbClr val="FFFFFF"/>
          </a:lnRef>
          <a:fillRef idx="0">
            <a:srgbClr val="FFFFFF"/>
          </a:fillRef>
          <a:effectRef idx="0">
            <a:srgbClr val="FFFFFF"/>
          </a:effectRef>
          <a:fontRef idx="minor">
            <a:schemeClr val="tx1"/>
          </a:fontRef>
        </p:style>
      </p:cxnSp>
      <p:pic>
        <p:nvPicPr>
          <p:cNvPr id="69" name="图片 68"/>
          <p:cNvPicPr>
            <a:picLocks noChangeAspect="1"/>
          </p:cNvPicPr>
          <p:nvPr>
            <p:custDataLst>
              <p:tags r:id="rId37"/>
            </p:custDataLst>
          </p:nvPr>
        </p:nvPicPr>
        <p:blipFill>
          <a:blip r:embed="rId61"/>
          <a:stretch>
            <a:fillRect/>
          </a:stretch>
        </p:blipFill>
        <p:spPr>
          <a:xfrm>
            <a:off x="5146040" y="3296285"/>
            <a:ext cx="272415" cy="272415"/>
          </a:xfrm>
          <a:prstGeom prst="rect">
            <a:avLst/>
          </a:prstGeom>
        </p:spPr>
      </p:pic>
      <p:sp>
        <p:nvSpPr>
          <p:cNvPr id="70" name="文本框 69"/>
          <p:cNvSpPr txBox="1"/>
          <p:nvPr>
            <p:custDataLst>
              <p:tags r:id="rId38"/>
            </p:custDataLst>
          </p:nvPr>
        </p:nvSpPr>
        <p:spPr>
          <a:xfrm>
            <a:off x="5019040" y="3556000"/>
            <a:ext cx="526415" cy="368300"/>
          </a:xfrm>
          <a:prstGeom prst="rect">
            <a:avLst/>
          </a:prstGeom>
          <a:noFill/>
        </p:spPr>
        <p:txBody>
          <a:bodyPr wrap="square" rtlCol="0">
            <a:spAutoFit/>
          </a:bodyPr>
          <a:lstStyle/>
          <a:p>
            <a:pPr algn="ctr"/>
            <a:r>
              <a:rPr lang="zh-CN" altLang="en-US" sz="900">
                <a:latin typeface="微软雅黑" charset="0"/>
                <a:ea typeface="微软雅黑" charset="0"/>
                <a:cs typeface="微软雅黑" charset="0"/>
              </a:rPr>
              <a:t>策略</a:t>
            </a:r>
          </a:p>
          <a:p>
            <a:pPr algn="ctr"/>
            <a:r>
              <a:rPr lang="en-US" altLang="zh-CN" sz="900">
                <a:latin typeface="微软雅黑" charset="0"/>
                <a:ea typeface="微软雅黑" charset="0"/>
                <a:cs typeface="微软雅黑" charset="0"/>
              </a:rPr>
              <a:t>A2</a:t>
            </a:r>
          </a:p>
        </p:txBody>
      </p:sp>
      <p:cxnSp>
        <p:nvCxnSpPr>
          <p:cNvPr id="71" name="直接箭头连接符 70"/>
          <p:cNvCxnSpPr/>
          <p:nvPr>
            <p:custDataLst>
              <p:tags r:id="rId39"/>
            </p:custDataLst>
          </p:nvPr>
        </p:nvCxnSpPr>
        <p:spPr>
          <a:xfrm>
            <a:off x="5489575" y="3072130"/>
            <a:ext cx="0" cy="911225"/>
          </a:xfrm>
          <a:prstGeom prst="straightConnector1">
            <a:avLst/>
          </a:prstGeom>
          <a:ln w="9525" cap="flat" cmpd="sng" algn="ctr">
            <a:solidFill>
              <a:schemeClr val="accent1"/>
            </a:solidFill>
            <a:prstDash val="dash"/>
            <a:headEnd type="arrow" w="med" len="med"/>
            <a:tailEnd type="arrow" w="med" len="med"/>
          </a:ln>
        </p:spPr>
        <p:style>
          <a:lnRef idx="0">
            <a:schemeClr val="accent1"/>
          </a:lnRef>
          <a:fillRef idx="0">
            <a:srgbClr val="FFFFFF"/>
          </a:fillRef>
          <a:effectRef idx="0">
            <a:srgbClr val="FFFFFF"/>
          </a:effectRef>
          <a:fontRef idx="minor">
            <a:schemeClr val="tx1"/>
          </a:fontRef>
        </p:style>
      </p:cxnSp>
      <p:cxnSp>
        <p:nvCxnSpPr>
          <p:cNvPr id="72" name="直接箭头连接符 71"/>
          <p:cNvCxnSpPr/>
          <p:nvPr>
            <p:custDataLst>
              <p:tags r:id="rId40"/>
            </p:custDataLst>
          </p:nvPr>
        </p:nvCxnSpPr>
        <p:spPr>
          <a:xfrm>
            <a:off x="5605780" y="3072130"/>
            <a:ext cx="0" cy="911225"/>
          </a:xfrm>
          <a:prstGeom prst="straightConnector1">
            <a:avLst/>
          </a:prstGeom>
          <a:ln w="9525" cap="flat" cmpd="sng" algn="ctr">
            <a:solidFill>
              <a:schemeClr val="accent2"/>
            </a:solidFill>
            <a:prstDash val="dash"/>
            <a:headEnd type="arrow" w="med" len="med"/>
            <a:tailEnd type="arrow" w="med" len="med"/>
          </a:ln>
        </p:spPr>
        <p:style>
          <a:lnRef idx="0">
            <a:schemeClr val="accent1"/>
          </a:lnRef>
          <a:fillRef idx="0">
            <a:srgbClr val="FFFFFF"/>
          </a:fillRef>
          <a:effectRef idx="0">
            <a:srgbClr val="FFFFFF"/>
          </a:effectRef>
          <a:fontRef idx="minor">
            <a:schemeClr val="tx1"/>
          </a:fontRef>
        </p:style>
      </p:cxnSp>
      <p:pic>
        <p:nvPicPr>
          <p:cNvPr id="73" name="图片 72"/>
          <p:cNvPicPr>
            <a:picLocks noChangeAspect="1"/>
          </p:cNvPicPr>
          <p:nvPr>
            <p:custDataLst>
              <p:tags r:id="rId41"/>
            </p:custDataLst>
          </p:nvPr>
        </p:nvPicPr>
        <p:blipFill>
          <a:blip r:embed="rId65"/>
          <a:stretch>
            <a:fillRect/>
          </a:stretch>
        </p:blipFill>
        <p:spPr>
          <a:xfrm>
            <a:off x="5729605" y="3296285"/>
            <a:ext cx="278765" cy="272415"/>
          </a:xfrm>
          <a:prstGeom prst="rect">
            <a:avLst/>
          </a:prstGeom>
        </p:spPr>
      </p:pic>
      <p:sp>
        <p:nvSpPr>
          <p:cNvPr id="74" name="文本框 73"/>
          <p:cNvSpPr txBox="1"/>
          <p:nvPr>
            <p:custDataLst>
              <p:tags r:id="rId42"/>
            </p:custDataLst>
          </p:nvPr>
        </p:nvSpPr>
        <p:spPr>
          <a:xfrm>
            <a:off x="5605780" y="3556000"/>
            <a:ext cx="526415" cy="368300"/>
          </a:xfrm>
          <a:prstGeom prst="rect">
            <a:avLst/>
          </a:prstGeom>
          <a:noFill/>
        </p:spPr>
        <p:txBody>
          <a:bodyPr wrap="square" rtlCol="0">
            <a:spAutoFit/>
          </a:bodyPr>
          <a:lstStyle/>
          <a:p>
            <a:pPr algn="ctr"/>
            <a:r>
              <a:rPr lang="zh-CN" altLang="en-US" sz="900">
                <a:latin typeface="微软雅黑" charset="0"/>
                <a:ea typeface="微软雅黑" charset="0"/>
                <a:cs typeface="微软雅黑" charset="0"/>
              </a:rPr>
              <a:t>任务</a:t>
            </a:r>
          </a:p>
          <a:p>
            <a:pPr algn="ctr"/>
            <a:r>
              <a:rPr lang="en-US" altLang="zh-CN" sz="900">
                <a:latin typeface="微软雅黑" charset="0"/>
                <a:ea typeface="微软雅黑" charset="0"/>
                <a:cs typeface="微软雅黑" charset="0"/>
              </a:rPr>
              <a:t>0~n</a:t>
            </a:r>
          </a:p>
        </p:txBody>
      </p:sp>
      <p:cxnSp>
        <p:nvCxnSpPr>
          <p:cNvPr id="75" name="直接箭头连接符 74"/>
          <p:cNvCxnSpPr>
            <a:stCxn id="69" idx="3"/>
            <a:endCxn id="73" idx="1"/>
          </p:cNvCxnSpPr>
          <p:nvPr>
            <p:custDataLst>
              <p:tags r:id="rId43"/>
            </p:custDataLst>
          </p:nvPr>
        </p:nvCxnSpPr>
        <p:spPr>
          <a:xfrm>
            <a:off x="5418455" y="3432810"/>
            <a:ext cx="311150" cy="0"/>
          </a:xfrm>
          <a:prstGeom prst="straightConnector1">
            <a:avLst/>
          </a:prstGeom>
          <a:ln>
            <a:solidFill>
              <a:schemeClr val="tx1">
                <a:lumMod val="50000"/>
                <a:lumOff val="50000"/>
              </a:schemeClr>
            </a:solidFill>
            <a:tailEnd type="arrow"/>
          </a:ln>
        </p:spPr>
        <p:style>
          <a:lnRef idx="2">
            <a:schemeClr val="accent1"/>
          </a:lnRef>
          <a:fillRef idx="0">
            <a:srgbClr val="FFFFFF"/>
          </a:fillRef>
          <a:effectRef idx="0">
            <a:srgbClr val="FFFFFF"/>
          </a:effectRef>
          <a:fontRef idx="minor">
            <a:schemeClr val="tx1"/>
          </a:fontRef>
        </p:style>
      </p:cxnSp>
      <p:sp>
        <p:nvSpPr>
          <p:cNvPr id="76" name="AutoShape 35"/>
          <p:cNvSpPr/>
          <p:nvPr>
            <p:custDataLst>
              <p:tags r:id="rId44"/>
            </p:custDataLst>
          </p:nvPr>
        </p:nvSpPr>
        <p:spPr>
          <a:xfrm>
            <a:off x="6381115" y="3983355"/>
            <a:ext cx="798195" cy="252095"/>
          </a:xfrm>
          <a:prstGeom prst="roundRect">
            <a:avLst>
              <a:gd name="adj" fmla="val 8042"/>
            </a:avLst>
          </a:prstGeom>
          <a:solidFill>
            <a:schemeClr val="bg1"/>
          </a:solidFill>
          <a:ln w="12700">
            <a:solidFill>
              <a:schemeClr val="tx1">
                <a:lumMod val="50000"/>
                <a:lumOff val="50000"/>
              </a:schemeClr>
            </a:solidFill>
            <a:prstDash val="solid"/>
          </a:ln>
          <a:effectLst/>
        </p:spPr>
        <p:txBody>
          <a:bodyPr lIns="95250" tIns="47625" rIns="95250" bIns="47625" rtlCol="0" anchor="ctr" anchorCtr="0">
            <a:noAutofit/>
          </a:bodyPr>
          <a:lstStyle/>
          <a:p>
            <a:pPr indent="0" algn="ctr">
              <a:lnSpc>
                <a:spcPct val="100000"/>
              </a:lnSpc>
              <a:defRPr/>
            </a:pPr>
            <a:r>
              <a:rPr lang="en-US" altLang="zh-CN" sz="1000" b="0" i="0" u="none" strike="noStrike">
                <a:solidFill>
                  <a:srgbClr val="1F2329"/>
                </a:solidFill>
                <a:latin typeface="微软雅黑" charset="0"/>
                <a:ea typeface="微软雅黑" charset="0"/>
              </a:rPr>
              <a:t>prefix a3</a:t>
            </a:r>
          </a:p>
        </p:txBody>
      </p:sp>
      <p:sp>
        <p:nvSpPr>
          <p:cNvPr id="77" name="AutoShape 35"/>
          <p:cNvSpPr/>
          <p:nvPr>
            <p:custDataLst>
              <p:tags r:id="rId45"/>
            </p:custDataLst>
          </p:nvPr>
        </p:nvSpPr>
        <p:spPr>
          <a:xfrm>
            <a:off x="6381115" y="2820035"/>
            <a:ext cx="798195" cy="252095"/>
          </a:xfrm>
          <a:prstGeom prst="roundRect">
            <a:avLst>
              <a:gd name="adj" fmla="val 8042"/>
            </a:avLst>
          </a:prstGeom>
          <a:solidFill>
            <a:schemeClr val="bg1"/>
          </a:solidFill>
          <a:ln w="12700">
            <a:solidFill>
              <a:srgbClr val="FFC000"/>
            </a:solidFill>
            <a:prstDash val="solid"/>
          </a:ln>
          <a:effectLst/>
        </p:spPr>
        <p:txBody>
          <a:bodyPr lIns="95250" tIns="47625" rIns="95250" bIns="47625" rtlCol="0" anchor="ctr" anchorCtr="0">
            <a:noAutofit/>
          </a:bodyPr>
          <a:lstStyle/>
          <a:p>
            <a:pPr indent="0" algn="ctr">
              <a:lnSpc>
                <a:spcPct val="100000"/>
              </a:lnSpc>
              <a:defRPr/>
            </a:pPr>
            <a:r>
              <a:rPr lang="en-US" altLang="zh-CN" sz="1000" b="0" i="0" u="none" strike="noStrike">
                <a:solidFill>
                  <a:srgbClr val="1F2329"/>
                </a:solidFill>
                <a:latin typeface="微软雅黑" charset="0"/>
                <a:ea typeface="微软雅黑" charset="0"/>
              </a:rPr>
              <a:t>dir a3</a:t>
            </a:r>
          </a:p>
        </p:txBody>
      </p:sp>
      <p:cxnSp>
        <p:nvCxnSpPr>
          <p:cNvPr id="78" name="直接箭头连接符 77"/>
          <p:cNvCxnSpPr>
            <a:stCxn id="77" idx="2"/>
            <a:endCxn id="76" idx="0"/>
          </p:cNvCxnSpPr>
          <p:nvPr>
            <p:custDataLst>
              <p:tags r:id="rId46"/>
            </p:custDataLst>
          </p:nvPr>
        </p:nvCxnSpPr>
        <p:spPr>
          <a:xfrm>
            <a:off x="6780530" y="3072130"/>
            <a:ext cx="0" cy="911225"/>
          </a:xfrm>
          <a:prstGeom prst="straightConnector1">
            <a:avLst/>
          </a:prstGeom>
          <a:ln w="9525" cap="flat" cmpd="sng" algn="ctr">
            <a:solidFill>
              <a:schemeClr val="accent2"/>
            </a:solidFill>
            <a:prstDash val="dash"/>
            <a:headEnd type="arrow" w="med" len="med"/>
            <a:tailEnd type="arrow" w="med" len="med"/>
          </a:ln>
        </p:spPr>
        <p:style>
          <a:lnRef idx="0">
            <a:schemeClr val="accent1"/>
          </a:lnRef>
          <a:fillRef idx="0">
            <a:srgbClr val="FFFFFF"/>
          </a:fillRef>
          <a:effectRef idx="0">
            <a:srgbClr val="FFFFFF"/>
          </a:effectRef>
          <a:fontRef idx="minor">
            <a:schemeClr val="tx1"/>
          </a:fontRef>
        </p:style>
      </p:cxnSp>
      <p:pic>
        <p:nvPicPr>
          <p:cNvPr id="79" name="图片 78"/>
          <p:cNvPicPr>
            <a:picLocks noChangeAspect="1"/>
          </p:cNvPicPr>
          <p:nvPr>
            <p:custDataLst>
              <p:tags r:id="rId47"/>
            </p:custDataLst>
          </p:nvPr>
        </p:nvPicPr>
        <p:blipFill>
          <a:blip r:embed="rId65"/>
          <a:stretch>
            <a:fillRect/>
          </a:stretch>
        </p:blipFill>
        <p:spPr>
          <a:xfrm>
            <a:off x="6846570" y="3296285"/>
            <a:ext cx="278765" cy="272415"/>
          </a:xfrm>
          <a:prstGeom prst="rect">
            <a:avLst/>
          </a:prstGeom>
        </p:spPr>
      </p:pic>
      <p:sp>
        <p:nvSpPr>
          <p:cNvPr id="81" name="文本框 80"/>
          <p:cNvSpPr txBox="1"/>
          <p:nvPr>
            <p:custDataLst>
              <p:tags r:id="rId48"/>
            </p:custDataLst>
          </p:nvPr>
        </p:nvSpPr>
        <p:spPr>
          <a:xfrm>
            <a:off x="6722745" y="3556000"/>
            <a:ext cx="526415" cy="368300"/>
          </a:xfrm>
          <a:prstGeom prst="rect">
            <a:avLst/>
          </a:prstGeom>
          <a:noFill/>
        </p:spPr>
        <p:txBody>
          <a:bodyPr wrap="square" rtlCol="0">
            <a:spAutoFit/>
          </a:bodyPr>
          <a:lstStyle/>
          <a:p>
            <a:pPr algn="ctr"/>
            <a:r>
              <a:rPr lang="zh-CN" altLang="en-US" sz="900">
                <a:latin typeface="微软雅黑" charset="0"/>
                <a:ea typeface="微软雅黑" charset="0"/>
                <a:cs typeface="微软雅黑" charset="0"/>
              </a:rPr>
              <a:t>任务</a:t>
            </a:r>
          </a:p>
          <a:p>
            <a:pPr algn="ctr"/>
            <a:r>
              <a:rPr lang="en-US" altLang="zh-CN" sz="900">
                <a:latin typeface="微软雅黑" charset="0"/>
                <a:ea typeface="微软雅黑" charset="0"/>
                <a:cs typeface="微软雅黑" charset="0"/>
              </a:rPr>
              <a:t>0~n</a:t>
            </a:r>
          </a:p>
        </p:txBody>
      </p:sp>
      <p:cxnSp>
        <p:nvCxnSpPr>
          <p:cNvPr id="82" name="肘形连接符 81"/>
          <p:cNvCxnSpPr>
            <a:stCxn id="59" idx="2"/>
            <a:endCxn id="77" idx="0"/>
          </p:cNvCxnSpPr>
          <p:nvPr>
            <p:custDataLst>
              <p:tags r:id="rId49"/>
            </p:custDataLst>
          </p:nvPr>
        </p:nvCxnSpPr>
        <p:spPr>
          <a:xfrm rot="5400000" flipV="1">
            <a:off x="5929948" y="1969453"/>
            <a:ext cx="209550" cy="1491615"/>
          </a:xfrm>
          <a:prstGeom prst="bentConnector3">
            <a:avLst>
              <a:gd name="adj1" fmla="val 49848"/>
            </a:avLst>
          </a:prstGeom>
          <a:ln>
            <a:solidFill>
              <a:srgbClr val="FFC000"/>
            </a:solidFill>
          </a:ln>
        </p:spPr>
        <p:style>
          <a:lnRef idx="2">
            <a:schemeClr val="accent1"/>
          </a:lnRef>
          <a:fillRef idx="0">
            <a:srgbClr val="FFFFFF"/>
          </a:fillRef>
          <a:effectRef idx="0">
            <a:srgbClr val="FFFFFF"/>
          </a:effectRef>
          <a:fontRef idx="minor">
            <a:schemeClr val="tx1"/>
          </a:fontRef>
        </p:style>
      </p:cxnSp>
      <p:cxnSp>
        <p:nvCxnSpPr>
          <p:cNvPr id="83" name="肘形连接符 82"/>
          <p:cNvCxnSpPr>
            <a:stCxn id="76" idx="2"/>
            <a:endCxn id="14" idx="0"/>
          </p:cNvCxnSpPr>
          <p:nvPr>
            <p:custDataLst>
              <p:tags r:id="rId50"/>
            </p:custDataLst>
          </p:nvPr>
        </p:nvCxnSpPr>
        <p:spPr>
          <a:xfrm rot="5400000">
            <a:off x="5935345" y="3589655"/>
            <a:ext cx="199390" cy="1490980"/>
          </a:xfrm>
          <a:prstGeom prst="bentConnector3">
            <a:avLst>
              <a:gd name="adj1" fmla="val 50000"/>
            </a:avLst>
          </a:prstGeom>
          <a:ln>
            <a:solidFill>
              <a:schemeClr val="tx1">
                <a:lumMod val="50000"/>
                <a:lumOff val="50000"/>
              </a:schemeClr>
            </a:solidFill>
          </a:ln>
        </p:spPr>
        <p:style>
          <a:lnRef idx="2">
            <a:schemeClr val="accent1"/>
          </a:lnRef>
          <a:fillRef idx="0">
            <a:srgbClr val="FFFFFF"/>
          </a:fillRef>
          <a:effectRef idx="0">
            <a:srgbClr val="FFFFFF"/>
          </a:effectRef>
          <a:fontRef idx="minor">
            <a:schemeClr val="tx1"/>
          </a:fontRef>
        </p:style>
      </p:cxnSp>
      <p:pic>
        <p:nvPicPr>
          <p:cNvPr id="84" name="图片 83"/>
          <p:cNvPicPr>
            <a:picLocks noChangeAspect="1"/>
          </p:cNvPicPr>
          <p:nvPr>
            <p:custDataLst>
              <p:tags r:id="rId51"/>
            </p:custDataLst>
          </p:nvPr>
        </p:nvPicPr>
        <p:blipFill>
          <a:blip r:embed="rId61"/>
          <a:stretch>
            <a:fillRect/>
          </a:stretch>
        </p:blipFill>
        <p:spPr>
          <a:xfrm>
            <a:off x="8559165" y="3296285"/>
            <a:ext cx="272415" cy="272415"/>
          </a:xfrm>
          <a:prstGeom prst="rect">
            <a:avLst/>
          </a:prstGeom>
        </p:spPr>
      </p:pic>
      <p:sp>
        <p:nvSpPr>
          <p:cNvPr id="85" name="文本框 84"/>
          <p:cNvSpPr txBox="1"/>
          <p:nvPr>
            <p:custDataLst>
              <p:tags r:id="rId52"/>
            </p:custDataLst>
          </p:nvPr>
        </p:nvSpPr>
        <p:spPr>
          <a:xfrm>
            <a:off x="8432165" y="3556000"/>
            <a:ext cx="526415" cy="368300"/>
          </a:xfrm>
          <a:prstGeom prst="rect">
            <a:avLst/>
          </a:prstGeom>
          <a:noFill/>
        </p:spPr>
        <p:txBody>
          <a:bodyPr wrap="square" rtlCol="0">
            <a:spAutoFit/>
          </a:bodyPr>
          <a:lstStyle/>
          <a:p>
            <a:pPr algn="ctr"/>
            <a:r>
              <a:rPr lang="zh-CN" altLang="en-US" sz="900">
                <a:latin typeface="微软雅黑" charset="0"/>
                <a:ea typeface="微软雅黑" charset="0"/>
                <a:cs typeface="微软雅黑" charset="0"/>
              </a:rPr>
              <a:t>策略</a:t>
            </a:r>
          </a:p>
          <a:p>
            <a:pPr algn="ctr"/>
            <a:r>
              <a:rPr lang="en-US" altLang="zh-CN" sz="900">
                <a:latin typeface="微软雅黑" charset="0"/>
                <a:ea typeface="微软雅黑" charset="0"/>
                <a:cs typeface="微软雅黑" charset="0"/>
              </a:rPr>
              <a:t>B1</a:t>
            </a:r>
          </a:p>
        </p:txBody>
      </p:sp>
      <p:cxnSp>
        <p:nvCxnSpPr>
          <p:cNvPr id="86" name="直接箭头连接符 85"/>
          <p:cNvCxnSpPr/>
          <p:nvPr>
            <p:custDataLst>
              <p:tags r:id="rId53"/>
            </p:custDataLst>
          </p:nvPr>
        </p:nvCxnSpPr>
        <p:spPr>
          <a:xfrm>
            <a:off x="8902700" y="2614930"/>
            <a:ext cx="0" cy="1692000"/>
          </a:xfrm>
          <a:prstGeom prst="straightConnector1">
            <a:avLst/>
          </a:prstGeom>
          <a:ln w="9525" cap="flat" cmpd="sng" algn="ctr">
            <a:solidFill>
              <a:schemeClr val="accent1"/>
            </a:solidFill>
            <a:prstDash val="dash"/>
            <a:headEnd type="arrow" w="med" len="med"/>
            <a:tailEnd type="arrow" w="med" len="med"/>
          </a:ln>
        </p:spPr>
        <p:style>
          <a:lnRef idx="0">
            <a:schemeClr val="accent1"/>
          </a:lnRef>
          <a:fillRef idx="0">
            <a:srgbClr val="FFFFFF"/>
          </a:fillRef>
          <a:effectRef idx="0">
            <a:srgbClr val="FFFFFF"/>
          </a:effectRef>
          <a:fontRef idx="minor">
            <a:schemeClr val="tx1"/>
          </a:fontRef>
        </p:style>
      </p:cxnSp>
      <p:cxnSp>
        <p:nvCxnSpPr>
          <p:cNvPr id="87" name="直接箭头连接符 86"/>
          <p:cNvCxnSpPr/>
          <p:nvPr>
            <p:custDataLst>
              <p:tags r:id="rId54"/>
            </p:custDataLst>
          </p:nvPr>
        </p:nvCxnSpPr>
        <p:spPr>
          <a:xfrm>
            <a:off x="9018905" y="2614930"/>
            <a:ext cx="0" cy="1692000"/>
          </a:xfrm>
          <a:prstGeom prst="straightConnector1">
            <a:avLst/>
          </a:prstGeom>
          <a:ln w="9525" cap="flat" cmpd="sng" algn="ctr">
            <a:solidFill>
              <a:schemeClr val="accent2"/>
            </a:solidFill>
            <a:prstDash val="dash"/>
            <a:headEnd type="arrow" w="med" len="med"/>
            <a:tailEnd type="arrow" w="med" len="med"/>
          </a:ln>
        </p:spPr>
        <p:style>
          <a:lnRef idx="0">
            <a:schemeClr val="accent1"/>
          </a:lnRef>
          <a:fillRef idx="0">
            <a:srgbClr val="FFFFFF"/>
          </a:fillRef>
          <a:effectRef idx="0">
            <a:srgbClr val="FFFFFF"/>
          </a:effectRef>
          <a:fontRef idx="minor">
            <a:schemeClr val="tx1"/>
          </a:fontRef>
        </p:style>
      </p:cxnSp>
      <p:pic>
        <p:nvPicPr>
          <p:cNvPr id="88" name="图片 87"/>
          <p:cNvPicPr>
            <a:picLocks noChangeAspect="1"/>
          </p:cNvPicPr>
          <p:nvPr>
            <p:custDataLst>
              <p:tags r:id="rId55"/>
            </p:custDataLst>
          </p:nvPr>
        </p:nvPicPr>
        <p:blipFill>
          <a:blip r:embed="rId65"/>
          <a:stretch>
            <a:fillRect/>
          </a:stretch>
        </p:blipFill>
        <p:spPr>
          <a:xfrm>
            <a:off x="9142730" y="3296285"/>
            <a:ext cx="278765" cy="272415"/>
          </a:xfrm>
          <a:prstGeom prst="rect">
            <a:avLst/>
          </a:prstGeom>
        </p:spPr>
      </p:pic>
      <p:sp>
        <p:nvSpPr>
          <p:cNvPr id="89" name="文本框 88"/>
          <p:cNvSpPr txBox="1"/>
          <p:nvPr>
            <p:custDataLst>
              <p:tags r:id="rId56"/>
            </p:custDataLst>
          </p:nvPr>
        </p:nvSpPr>
        <p:spPr>
          <a:xfrm>
            <a:off x="9018905" y="3556000"/>
            <a:ext cx="526415" cy="368300"/>
          </a:xfrm>
          <a:prstGeom prst="rect">
            <a:avLst/>
          </a:prstGeom>
          <a:noFill/>
        </p:spPr>
        <p:txBody>
          <a:bodyPr wrap="square" rtlCol="0">
            <a:spAutoFit/>
          </a:bodyPr>
          <a:lstStyle/>
          <a:p>
            <a:pPr algn="ctr"/>
            <a:r>
              <a:rPr lang="zh-CN" altLang="en-US" sz="900">
                <a:latin typeface="微软雅黑" charset="0"/>
                <a:ea typeface="微软雅黑" charset="0"/>
                <a:cs typeface="微软雅黑" charset="0"/>
              </a:rPr>
              <a:t>任务</a:t>
            </a:r>
          </a:p>
          <a:p>
            <a:pPr algn="ctr"/>
            <a:r>
              <a:rPr lang="en-US" altLang="zh-CN" sz="900">
                <a:latin typeface="微软雅黑" charset="0"/>
                <a:ea typeface="微软雅黑" charset="0"/>
                <a:cs typeface="微软雅黑" charset="0"/>
              </a:rPr>
              <a:t>0~n</a:t>
            </a:r>
          </a:p>
        </p:txBody>
      </p:sp>
      <p:cxnSp>
        <p:nvCxnSpPr>
          <p:cNvPr id="90" name="直接箭头连接符 89"/>
          <p:cNvCxnSpPr>
            <a:stCxn id="84" idx="3"/>
            <a:endCxn id="88" idx="1"/>
          </p:cNvCxnSpPr>
          <p:nvPr>
            <p:custDataLst>
              <p:tags r:id="rId57"/>
            </p:custDataLst>
          </p:nvPr>
        </p:nvCxnSpPr>
        <p:spPr>
          <a:xfrm>
            <a:off x="8831580" y="3432810"/>
            <a:ext cx="311150" cy="0"/>
          </a:xfrm>
          <a:prstGeom prst="straightConnector1">
            <a:avLst/>
          </a:prstGeom>
          <a:ln>
            <a:solidFill>
              <a:schemeClr val="tx1">
                <a:lumMod val="50000"/>
                <a:lumOff val="50000"/>
              </a:schemeClr>
            </a:solidFill>
            <a:tailEnd type="arrow"/>
          </a:ln>
        </p:spPr>
        <p:style>
          <a:lnRef idx="2">
            <a:schemeClr val="accent1"/>
          </a:lnRef>
          <a:fillRef idx="0">
            <a:srgbClr val="FFFFFF"/>
          </a:fillRef>
          <a:effectRef idx="0">
            <a:srgbClr val="FFFFFF"/>
          </a:effectRef>
          <a:fontRef idx="minor">
            <a:schemeClr val="tx1"/>
          </a:fontRef>
        </p:style>
      </p:cxnSp>
      <p:sp>
        <p:nvSpPr>
          <p:cNvPr id="91" name="文本占位符 90"/>
          <p:cNvSpPr>
            <a:spLocks noGrp="1"/>
          </p:cNvSpPr>
          <p:nvPr>
            <p:ph type="body" sz="quarter" idx="44"/>
            <p:custDataLst>
              <p:tags r:id="rId58"/>
            </p:custDataLst>
          </p:nvPr>
        </p:nvSpPr>
        <p:spPr/>
        <p:txBody>
          <a:bodyPr/>
          <a:lstStyle/>
          <a:p>
            <a:r>
              <a:rPr lang="zh-CN" altLang="en-US"/>
              <a:t>概念之间的关联关系</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44"/>
          </p:nvPr>
        </p:nvSpPr>
        <p:spPr/>
        <p:txBody>
          <a:bodyPr/>
          <a:lstStyle/>
          <a:p>
            <a:r>
              <a:rPr lang="zh-CN" altLang="en-US"/>
              <a:t>计费项</a:t>
            </a:r>
          </a:p>
        </p:txBody>
      </p:sp>
      <p:graphicFrame>
        <p:nvGraphicFramePr>
          <p:cNvPr id="9" name="表格 8"/>
          <p:cNvGraphicFramePr/>
          <p:nvPr>
            <p:custDataLst>
              <p:tags r:id="rId1"/>
            </p:custDataLst>
          </p:nvPr>
        </p:nvGraphicFramePr>
        <p:xfrm>
          <a:off x="482600" y="1227455"/>
          <a:ext cx="6285865" cy="919480"/>
        </p:xfrm>
        <a:graphic>
          <a:graphicData uri="http://schemas.openxmlformats.org/drawingml/2006/table">
            <a:tbl>
              <a:tblPr/>
              <a:tblGrid>
                <a:gridCol w="852805">
                  <a:extLst>
                    <a:ext uri="{9D8B030D-6E8A-4147-A177-3AD203B41FA5}">
                      <a16:colId xmlns:a16="http://schemas.microsoft.com/office/drawing/2014/main" val="20000"/>
                    </a:ext>
                  </a:extLst>
                </a:gridCol>
                <a:gridCol w="1076325">
                  <a:extLst>
                    <a:ext uri="{9D8B030D-6E8A-4147-A177-3AD203B41FA5}">
                      <a16:colId xmlns:a16="http://schemas.microsoft.com/office/drawing/2014/main" val="20001"/>
                    </a:ext>
                  </a:extLst>
                </a:gridCol>
                <a:gridCol w="780415">
                  <a:extLst>
                    <a:ext uri="{9D8B030D-6E8A-4147-A177-3AD203B41FA5}">
                      <a16:colId xmlns:a16="http://schemas.microsoft.com/office/drawing/2014/main" val="20002"/>
                    </a:ext>
                  </a:extLst>
                </a:gridCol>
                <a:gridCol w="861060">
                  <a:extLst>
                    <a:ext uri="{9D8B030D-6E8A-4147-A177-3AD203B41FA5}">
                      <a16:colId xmlns:a16="http://schemas.microsoft.com/office/drawing/2014/main" val="20003"/>
                    </a:ext>
                  </a:extLst>
                </a:gridCol>
                <a:gridCol w="2715260">
                  <a:extLst>
                    <a:ext uri="{9D8B030D-6E8A-4147-A177-3AD203B41FA5}">
                      <a16:colId xmlns:a16="http://schemas.microsoft.com/office/drawing/2014/main" val="20004"/>
                    </a:ext>
                  </a:extLst>
                </a:gridCol>
              </a:tblGrid>
              <a:tr h="297180">
                <a:tc>
                  <a:txBody>
                    <a:bodyPr/>
                    <a:lstStyle/>
                    <a:p>
                      <a:pPr marL="0" indent="0">
                        <a:lnSpc>
                          <a:spcPct val="150000"/>
                        </a:lnSpc>
                        <a:buNone/>
                      </a:pPr>
                      <a:r>
                        <a:rPr lang="zh-CN" sz="900">
                          <a:solidFill>
                            <a:schemeClr val="bg1"/>
                          </a:solidFill>
                          <a:latin typeface="微软雅黑" charset="0"/>
                          <a:ea typeface="微软雅黑" charset="0"/>
                        </a:rPr>
                        <a:t>计费项</a:t>
                      </a:r>
                      <a:endParaRPr lang="zh-CN" altLang="en-US" sz="900">
                        <a:solidFill>
                          <a:schemeClr val="bg1"/>
                        </a:solidFill>
                        <a:latin typeface="微软雅黑" charset="0"/>
                        <a:ea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rgbClr val="006EFF"/>
                    </a:solidFill>
                  </a:tcPr>
                </a:tc>
                <a:tc>
                  <a:txBody>
                    <a:bodyPr/>
                    <a:lstStyle/>
                    <a:p>
                      <a:pPr marL="0" indent="0">
                        <a:lnSpc>
                          <a:spcPct val="150000"/>
                        </a:lnSpc>
                        <a:buNone/>
                      </a:pPr>
                      <a:r>
                        <a:rPr lang="zh-CN" sz="900">
                          <a:solidFill>
                            <a:schemeClr val="bg1"/>
                          </a:solidFill>
                          <a:latin typeface="微软雅黑" charset="0"/>
                          <a:ea typeface="微软雅黑" charset="0"/>
                        </a:rPr>
                        <a:t>文件系统类型</a:t>
                      </a:r>
                      <a:endParaRPr lang="zh-CN" altLang="en-US" sz="900">
                        <a:solidFill>
                          <a:schemeClr val="bg1"/>
                        </a:solidFill>
                        <a:latin typeface="微软雅黑" charset="0"/>
                        <a:ea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rgbClr val="006EFF"/>
                    </a:solidFill>
                  </a:tcPr>
                </a:tc>
                <a:tc>
                  <a:txBody>
                    <a:bodyPr/>
                    <a:lstStyle/>
                    <a:p>
                      <a:pPr marL="0" indent="0">
                        <a:lnSpc>
                          <a:spcPct val="150000"/>
                        </a:lnSpc>
                        <a:buNone/>
                      </a:pPr>
                      <a:r>
                        <a:rPr lang="zh-CN" sz="900">
                          <a:solidFill>
                            <a:schemeClr val="bg1"/>
                          </a:solidFill>
                          <a:latin typeface="微软雅黑" charset="0"/>
                          <a:ea typeface="微软雅黑" charset="0"/>
                        </a:rPr>
                        <a:t>存储规格</a:t>
                      </a:r>
                      <a:endParaRPr lang="zh-CN" altLang="en-US" sz="900">
                        <a:solidFill>
                          <a:schemeClr val="bg1"/>
                        </a:solidFill>
                        <a:latin typeface="微软雅黑" charset="0"/>
                        <a:ea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rgbClr val="006EFF"/>
                    </a:solidFill>
                  </a:tcPr>
                </a:tc>
                <a:tc>
                  <a:txBody>
                    <a:bodyPr/>
                    <a:lstStyle/>
                    <a:p>
                      <a:pPr marL="0" indent="0">
                        <a:lnSpc>
                          <a:spcPct val="150000"/>
                        </a:lnSpc>
                        <a:buNone/>
                      </a:pPr>
                      <a:r>
                        <a:rPr lang="zh-CN" sz="900">
                          <a:solidFill>
                            <a:schemeClr val="bg1"/>
                          </a:solidFill>
                          <a:latin typeface="微软雅黑" charset="0"/>
                          <a:ea typeface="微软雅黑" charset="0"/>
                        </a:rPr>
                        <a:t>计费类型</a:t>
                      </a:r>
                      <a:endParaRPr lang="zh-CN" altLang="en-US" sz="900">
                        <a:solidFill>
                          <a:schemeClr val="bg1"/>
                        </a:solidFill>
                        <a:latin typeface="微软雅黑" charset="0"/>
                        <a:ea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rgbClr val="006EFF"/>
                    </a:solidFill>
                  </a:tcPr>
                </a:tc>
                <a:tc>
                  <a:txBody>
                    <a:bodyPr/>
                    <a:lstStyle/>
                    <a:p>
                      <a:pPr marL="0" indent="0">
                        <a:lnSpc>
                          <a:spcPct val="150000"/>
                        </a:lnSpc>
                        <a:buNone/>
                      </a:pPr>
                      <a:r>
                        <a:rPr lang="zh-CN" sz="900">
                          <a:solidFill>
                            <a:schemeClr val="bg1"/>
                          </a:solidFill>
                          <a:latin typeface="微软雅黑" charset="0"/>
                          <a:ea typeface="微软雅黑" charset="0"/>
                        </a:rPr>
                        <a:t>单价</a:t>
                      </a:r>
                      <a:endParaRPr lang="zh-CN" altLang="en-US" sz="900">
                        <a:solidFill>
                          <a:schemeClr val="bg1"/>
                        </a:solidFill>
                        <a:latin typeface="微软雅黑" charset="0"/>
                        <a:ea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solidFill>
                      <a:srgbClr val="006EFF"/>
                    </a:solidFill>
                  </a:tcPr>
                </a:tc>
                <a:extLst>
                  <a:ext uri="{0D108BD9-81ED-4DB2-BD59-A6C34878D82A}">
                    <a16:rowId xmlns:a16="http://schemas.microsoft.com/office/drawing/2014/main" val="10000"/>
                  </a:ext>
                </a:extLst>
              </a:tr>
              <a:tr h="297180">
                <a:tc>
                  <a:txBody>
                    <a:bodyPr/>
                    <a:lstStyle/>
                    <a:p>
                      <a:pPr marL="0" indent="0">
                        <a:lnSpc>
                          <a:spcPct val="150000"/>
                        </a:lnSpc>
                        <a:buNone/>
                      </a:pPr>
                      <a:r>
                        <a:rPr lang="zh-CN" sz="900">
                          <a:solidFill>
                            <a:srgbClr val="000000"/>
                          </a:solidFill>
                          <a:latin typeface="微软雅黑" charset="0"/>
                          <a:ea typeface="微软雅黑" charset="0"/>
                        </a:rPr>
                        <a:t>存储费用</a:t>
                      </a:r>
                      <a:endParaRPr lang="zh-CN" altLang="en-US" sz="900">
                        <a:solidFill>
                          <a:srgbClr val="000000"/>
                        </a:solidFill>
                        <a:latin typeface="微软雅黑" charset="0"/>
                        <a:ea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lstStyle/>
                    <a:p>
                      <a:pPr marL="0" indent="0">
                        <a:lnSpc>
                          <a:spcPct val="150000"/>
                        </a:lnSpc>
                        <a:buNone/>
                      </a:pPr>
                      <a:r>
                        <a:rPr lang="zh-CN" sz="900">
                          <a:solidFill>
                            <a:srgbClr val="000000"/>
                          </a:solidFill>
                          <a:latin typeface="微软雅黑" charset="0"/>
                          <a:ea typeface="微软雅黑" charset="0"/>
                        </a:rPr>
                        <a:t>缓存型</a:t>
                      </a:r>
                      <a:endParaRPr lang="zh-CN" altLang="en-US" sz="900">
                        <a:solidFill>
                          <a:srgbClr val="000000"/>
                        </a:solidFill>
                        <a:latin typeface="微软雅黑" charset="0"/>
                        <a:ea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lstStyle/>
                    <a:p>
                      <a:pPr marL="0" indent="0">
                        <a:lnSpc>
                          <a:spcPct val="150000"/>
                        </a:lnSpc>
                        <a:buNone/>
                      </a:pPr>
                      <a:r>
                        <a:rPr lang="zh-CN" sz="900">
                          <a:solidFill>
                            <a:srgbClr val="000000"/>
                          </a:solidFill>
                          <a:latin typeface="微软雅黑" charset="0"/>
                          <a:ea typeface="微软雅黑" charset="0"/>
                        </a:rPr>
                        <a:t>标准型</a:t>
                      </a:r>
                      <a:endParaRPr lang="zh-CN" altLang="en-US" sz="900">
                        <a:solidFill>
                          <a:srgbClr val="000000"/>
                        </a:solidFill>
                        <a:latin typeface="微软雅黑" charset="0"/>
                        <a:ea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lstStyle/>
                    <a:p>
                      <a:pPr marL="0" indent="0">
                        <a:lnSpc>
                          <a:spcPct val="150000"/>
                        </a:lnSpc>
                        <a:buNone/>
                      </a:pPr>
                      <a:r>
                        <a:rPr lang="zh-CN" sz="900">
                          <a:solidFill>
                            <a:srgbClr val="000000"/>
                          </a:solidFill>
                          <a:latin typeface="微软雅黑" charset="0"/>
                          <a:ea typeface="微软雅黑" charset="0"/>
                        </a:rPr>
                        <a:t>按量计费</a:t>
                      </a:r>
                      <a:endParaRPr lang="zh-CN" altLang="en-US" sz="900">
                        <a:solidFill>
                          <a:srgbClr val="000000"/>
                        </a:solidFill>
                        <a:latin typeface="微软雅黑" charset="0"/>
                        <a:ea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lstStyle/>
                    <a:p>
                      <a:pPr marL="0" indent="0">
                        <a:lnSpc>
                          <a:spcPct val="150000"/>
                        </a:lnSpc>
                        <a:buNone/>
                      </a:pPr>
                      <a:r>
                        <a:rPr lang="zh-CN" sz="900">
                          <a:solidFill>
                            <a:srgbClr val="000000"/>
                          </a:solidFill>
                          <a:latin typeface="微软雅黑" charset="0"/>
                          <a:ea typeface="微软雅黑" charset="0"/>
                          <a:cs typeface="微软雅黑" charset="0"/>
                        </a:rPr>
                        <a:t>0.82 元/GiB/月（0.00113889 元/GiB/时）</a:t>
                      </a:r>
                      <a:endParaRPr lang="zh-CN" altLang="en-US" sz="900">
                        <a:solidFill>
                          <a:srgbClr val="000000"/>
                        </a:solidFill>
                        <a:latin typeface="微软雅黑" charset="0"/>
                        <a:ea typeface="微软雅黑" charset="0"/>
                        <a:cs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extLst>
                  <a:ext uri="{0D108BD9-81ED-4DB2-BD59-A6C34878D82A}">
                    <a16:rowId xmlns:a16="http://schemas.microsoft.com/office/drawing/2014/main" val="10001"/>
                  </a:ext>
                </a:extLst>
              </a:tr>
              <a:tr h="325120">
                <a:tc>
                  <a:txBody>
                    <a:bodyPr/>
                    <a:lstStyle/>
                    <a:p>
                      <a:pPr marL="0" indent="0">
                        <a:lnSpc>
                          <a:spcPct val="150000"/>
                        </a:lnSpc>
                        <a:buNone/>
                      </a:pPr>
                      <a:r>
                        <a:rPr lang="zh-CN" sz="900">
                          <a:solidFill>
                            <a:srgbClr val="000000"/>
                          </a:solidFill>
                          <a:latin typeface="微软雅黑" charset="0"/>
                          <a:ea typeface="微软雅黑" charset="0"/>
                        </a:rPr>
                        <a:t>预配置带宽</a:t>
                      </a:r>
                      <a:endParaRPr lang="zh-CN" altLang="en-US" sz="900">
                        <a:solidFill>
                          <a:srgbClr val="000000"/>
                        </a:solidFill>
                        <a:latin typeface="微软雅黑" charset="0"/>
                        <a:ea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lstStyle/>
                    <a:p>
                      <a:pPr marL="0" indent="0">
                        <a:lnSpc>
                          <a:spcPct val="150000"/>
                        </a:lnSpc>
                        <a:buNone/>
                      </a:pPr>
                      <a:r>
                        <a:rPr lang="zh-CN" sz="900">
                          <a:solidFill>
                            <a:srgbClr val="000000"/>
                          </a:solidFill>
                          <a:latin typeface="微软雅黑" charset="0"/>
                          <a:ea typeface="微软雅黑" charset="0"/>
                        </a:rPr>
                        <a:t>缓存型</a:t>
                      </a:r>
                      <a:endParaRPr lang="zh-CN" altLang="en-US" sz="900">
                        <a:solidFill>
                          <a:srgbClr val="000000"/>
                        </a:solidFill>
                        <a:latin typeface="微软雅黑" charset="0"/>
                        <a:ea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lstStyle/>
                    <a:p>
                      <a:pPr marL="0" indent="0">
                        <a:lnSpc>
                          <a:spcPct val="150000"/>
                        </a:lnSpc>
                        <a:buNone/>
                      </a:pPr>
                      <a:r>
                        <a:rPr lang="zh-CN" sz="900">
                          <a:solidFill>
                            <a:srgbClr val="000000"/>
                          </a:solidFill>
                          <a:latin typeface="微软雅黑" charset="0"/>
                          <a:ea typeface="微软雅黑" charset="0"/>
                        </a:rPr>
                        <a:t>标准型</a:t>
                      </a:r>
                      <a:endParaRPr lang="zh-CN" altLang="en-US" sz="900">
                        <a:solidFill>
                          <a:srgbClr val="000000"/>
                        </a:solidFill>
                        <a:latin typeface="微软雅黑" charset="0"/>
                        <a:ea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lstStyle/>
                    <a:p>
                      <a:pPr marL="0" indent="0">
                        <a:lnSpc>
                          <a:spcPct val="150000"/>
                        </a:lnSpc>
                        <a:buNone/>
                      </a:pPr>
                      <a:r>
                        <a:rPr lang="zh-CN" sz="900">
                          <a:solidFill>
                            <a:srgbClr val="000000"/>
                          </a:solidFill>
                          <a:latin typeface="微软雅黑" charset="0"/>
                          <a:ea typeface="微软雅黑" charset="0"/>
                        </a:rPr>
                        <a:t>按量计费</a:t>
                      </a:r>
                      <a:endParaRPr lang="zh-CN" altLang="en-US" sz="900">
                        <a:solidFill>
                          <a:srgbClr val="000000"/>
                        </a:solidFill>
                        <a:latin typeface="微软雅黑" charset="0"/>
                        <a:ea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tc>
                  <a:txBody>
                    <a:bodyPr/>
                    <a:lstStyle/>
                    <a:p>
                      <a:pPr marL="0" indent="0">
                        <a:lnSpc>
                          <a:spcPct val="150000"/>
                        </a:lnSpc>
                        <a:buNone/>
                      </a:pPr>
                      <a:r>
                        <a:rPr lang="zh-CN" sz="900">
                          <a:solidFill>
                            <a:srgbClr val="000000"/>
                          </a:solidFill>
                          <a:latin typeface="微软雅黑" charset="0"/>
                          <a:ea typeface="微软雅黑" charset="0"/>
                          <a:cs typeface="微软雅黑" charset="0"/>
                        </a:rPr>
                        <a:t>4.1 元/MB/s/月（0.0056944444元/MB/s/时）</a:t>
                      </a:r>
                      <a:endParaRPr lang="zh-CN" altLang="en-US" sz="900">
                        <a:solidFill>
                          <a:srgbClr val="000000"/>
                        </a:solidFill>
                        <a:latin typeface="微软雅黑" charset="0"/>
                        <a:ea typeface="微软雅黑" charset="0"/>
                        <a:cs typeface="微软雅黑" charset="0"/>
                      </a:endParaRPr>
                    </a:p>
                  </a:txBody>
                  <a:tcPr anchor="ctr">
                    <a:lnL w="6350">
                      <a:solidFill>
                        <a:schemeClr val="tx1"/>
                      </a:solidFill>
                      <a:prstDash val="solid"/>
                    </a:lnL>
                    <a:lnR w="6350">
                      <a:solidFill>
                        <a:schemeClr val="tx1"/>
                      </a:solidFill>
                      <a:prstDash val="solid"/>
                    </a:lnR>
                    <a:lnT w="6350">
                      <a:solidFill>
                        <a:schemeClr val="tx1"/>
                      </a:solidFill>
                      <a:prstDash val="solid"/>
                    </a:lnT>
                    <a:lnB w="6350">
                      <a:solidFill>
                        <a:schemeClr val="tx1"/>
                      </a:solidFill>
                      <a:prstDash val="soli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10235" y="407035"/>
            <a:ext cx="4986655" cy="523240"/>
          </a:xfrm>
          <a:prstGeom prst="rect">
            <a:avLst/>
          </a:prstGeom>
          <a:noFill/>
          <a:ln w="12700">
            <a:noFill/>
            <a:prstDash val="solid"/>
          </a:ln>
        </p:spPr>
        <p:txBody>
          <a:bodyPr lIns="95250" tIns="47625" rIns="95250" bIns="47625" rtlCol="0" anchor="t">
            <a:noAutofit/>
          </a:bodyPr>
          <a:lstStyle/>
          <a:p>
            <a:pPr indent="0" algn="l">
              <a:lnSpc>
                <a:spcPct val="100000"/>
              </a:lnSpc>
              <a:defRPr/>
            </a:pPr>
            <a:r>
              <a:rPr lang="en-US" sz="2775" b="1" i="0" u="none" strike="noStrike">
                <a:solidFill>
                  <a:srgbClr val="4A4B4B"/>
                </a:solidFill>
                <a:latin typeface="微软雅黑" charset="0"/>
                <a:ea typeface="微软雅黑" charset="0"/>
              </a:rPr>
              <a:t>产品功能</a:t>
            </a:r>
          </a:p>
        </p:txBody>
      </p:sp>
      <p:sp>
        <p:nvSpPr>
          <p:cNvPr id="3" name="AutoShape 3"/>
          <p:cNvSpPr/>
          <p:nvPr/>
        </p:nvSpPr>
        <p:spPr>
          <a:xfrm>
            <a:off x="808355" y="850900"/>
            <a:ext cx="5586095" cy="1108075"/>
          </a:xfrm>
          <a:prstGeom prst="rect">
            <a:avLst/>
          </a:prstGeom>
          <a:solidFill>
            <a:srgbClr val="F8F9FA">
              <a:alpha val="100000"/>
            </a:srgbClr>
          </a:solidFill>
          <a:ln w="12700">
            <a:noFill/>
            <a:prstDash val="solid"/>
          </a:ln>
        </p:spPr>
        <p:txBody>
          <a:bodyPr lIns="95250" tIns="47625" rIns="95250" bIns="47625" rtlCol="0" anchor="b" anchorCtr="0">
            <a:noAutofit/>
          </a:bodyPr>
          <a:lstStyle/>
          <a:p>
            <a:pPr algn="ctr">
              <a:defRPr/>
            </a:pPr>
            <a:r>
              <a:rPr lang="zh-CN" sz="1600" b="1">
                <a:latin typeface="微软雅黑" charset="0"/>
                <a:ea typeface="微软雅黑" charset="0"/>
              </a:rPr>
              <a:t>应用场景</a:t>
            </a:r>
          </a:p>
        </p:txBody>
      </p:sp>
      <p:sp>
        <p:nvSpPr>
          <p:cNvPr id="4" name="AutoShape 4"/>
          <p:cNvSpPr/>
          <p:nvPr/>
        </p:nvSpPr>
        <p:spPr>
          <a:xfrm>
            <a:off x="1163955" y="2423795"/>
            <a:ext cx="4509770" cy="2772410"/>
          </a:xfrm>
          <a:prstGeom prst="roundRect">
            <a:avLst>
              <a:gd name="adj" fmla="val 2902"/>
            </a:avLst>
          </a:prstGeom>
          <a:solidFill>
            <a:srgbClr val="0053FF"/>
          </a:solidFill>
          <a:ln w="12700">
            <a:noFill/>
            <a:prstDash val="solid"/>
          </a:ln>
          <a:effectLst>
            <a:outerShdw blurRad="47625" dist="38100" dir="2700000" algn="tr">
              <a:srgbClr val="000000">
                <a:alpha val="40000"/>
              </a:srgbClr>
            </a:outerShdw>
          </a:effectLst>
        </p:spPr>
        <p:txBody>
          <a:bodyPr lIns="95250" tIns="47625" rIns="95250" bIns="47625" rtlCol="0" anchor="t">
            <a:noAutofit/>
          </a:bodyPr>
          <a:lstStyle/>
          <a:p>
            <a:pPr indent="0" algn="ctr">
              <a:lnSpc>
                <a:spcPct val="100000"/>
              </a:lnSpc>
              <a:defRPr/>
            </a:pPr>
            <a:r>
              <a:rPr lang="en-US" sz="1500" b="1" i="0" u="none" strike="noStrike">
                <a:solidFill>
                  <a:srgbClr val="FFFFFF"/>
                </a:solidFill>
                <a:latin typeface="微软雅黑" charset="0"/>
                <a:ea typeface="微软雅黑" charset="0"/>
                <a:cs typeface="微软雅黑" charset="0"/>
              </a:rPr>
              <a:t>文件存储 NAS 缓存型</a:t>
            </a:r>
          </a:p>
        </p:txBody>
      </p:sp>
      <p:sp>
        <p:nvSpPr>
          <p:cNvPr id="5" name="AutoShape 5"/>
          <p:cNvSpPr/>
          <p:nvPr/>
        </p:nvSpPr>
        <p:spPr>
          <a:xfrm>
            <a:off x="1065410" y="1186025"/>
            <a:ext cx="1142304" cy="391886"/>
          </a:xfrm>
          <a:prstGeom prst="roundRect">
            <a:avLst>
              <a:gd name="adj" fmla="val 17013"/>
            </a:avLst>
          </a:prstGeom>
          <a:solidFill>
            <a:srgbClr val="FFFFFF">
              <a:alpha val="100000"/>
            </a:srgbClr>
          </a:solidFill>
          <a:ln w="12700">
            <a:noFill/>
            <a:prstDash val="solid"/>
          </a:ln>
          <a:effectLst>
            <a:outerShdw blurRad="47625" dist="38100" dir="2700000" algn="tr">
              <a:srgbClr val="000000">
                <a:alpha val="40000"/>
              </a:srgbClr>
            </a:outerShdw>
          </a:effectLst>
        </p:spPr>
        <p:txBody>
          <a:bodyPr lIns="95250" tIns="47625" rIns="95250" bIns="47625" rtlCol="0" anchor="ctr">
            <a:noAutofit/>
          </a:bodyPr>
          <a:lstStyle/>
          <a:p>
            <a:pPr indent="0" algn="ctr">
              <a:lnSpc>
                <a:spcPct val="100000"/>
              </a:lnSpc>
              <a:defRPr/>
            </a:pPr>
            <a:r>
              <a:rPr lang="en-US" sz="1350" b="0" i="0" u="none" strike="noStrike">
                <a:solidFill>
                  <a:srgbClr val="4B4B4B"/>
                </a:solidFill>
                <a:latin typeface="微软雅黑" charset="0"/>
                <a:ea typeface="微软雅黑" charset="0"/>
              </a:rPr>
              <a:t>人工智能</a:t>
            </a:r>
          </a:p>
        </p:txBody>
      </p:sp>
      <p:sp>
        <p:nvSpPr>
          <p:cNvPr id="6" name="AutoShape 6"/>
          <p:cNvSpPr/>
          <p:nvPr/>
        </p:nvSpPr>
        <p:spPr>
          <a:xfrm>
            <a:off x="2416726" y="1185456"/>
            <a:ext cx="1123157" cy="391886"/>
          </a:xfrm>
          <a:prstGeom prst="roundRect">
            <a:avLst>
              <a:gd name="adj" fmla="val 17013"/>
            </a:avLst>
          </a:prstGeom>
          <a:solidFill>
            <a:srgbClr val="FFFFFF">
              <a:alpha val="100000"/>
            </a:srgbClr>
          </a:solidFill>
          <a:ln w="12700">
            <a:noFill/>
            <a:prstDash val="solid"/>
          </a:ln>
          <a:effectLst>
            <a:outerShdw blurRad="47625" dist="38100" dir="2700000" algn="tr">
              <a:srgbClr val="000000">
                <a:alpha val="40000"/>
              </a:srgbClr>
            </a:outerShdw>
          </a:effectLst>
        </p:spPr>
        <p:txBody>
          <a:bodyPr lIns="95250" tIns="47625" rIns="95250" bIns="47625" rtlCol="0" anchor="ctr">
            <a:noAutofit/>
          </a:bodyPr>
          <a:lstStyle/>
          <a:p>
            <a:pPr indent="0" algn="ctr">
              <a:lnSpc>
                <a:spcPct val="100000"/>
              </a:lnSpc>
              <a:defRPr/>
            </a:pPr>
            <a:r>
              <a:rPr lang="en-US" sz="1350" b="0" i="0" u="none" strike="noStrike">
                <a:solidFill>
                  <a:srgbClr val="1F2329"/>
                </a:solidFill>
                <a:latin typeface="微软雅黑" charset="0"/>
                <a:ea typeface="微软雅黑" charset="0"/>
              </a:rPr>
              <a:t>机器学习</a:t>
            </a:r>
          </a:p>
        </p:txBody>
      </p:sp>
      <p:sp>
        <p:nvSpPr>
          <p:cNvPr id="7" name="AutoShape 7"/>
          <p:cNvSpPr/>
          <p:nvPr/>
        </p:nvSpPr>
        <p:spPr>
          <a:xfrm>
            <a:off x="3718230" y="1195648"/>
            <a:ext cx="1123157" cy="391886"/>
          </a:xfrm>
          <a:prstGeom prst="roundRect">
            <a:avLst>
              <a:gd name="adj" fmla="val 17013"/>
            </a:avLst>
          </a:prstGeom>
          <a:solidFill>
            <a:srgbClr val="FFFFFF">
              <a:alpha val="100000"/>
            </a:srgbClr>
          </a:solidFill>
          <a:ln w="12700">
            <a:noFill/>
            <a:prstDash val="solid"/>
          </a:ln>
          <a:effectLst>
            <a:outerShdw blurRad="47625" dist="38100" dir="2700000" algn="tr">
              <a:srgbClr val="000000">
                <a:alpha val="40000"/>
              </a:srgbClr>
            </a:outerShdw>
          </a:effectLst>
        </p:spPr>
        <p:txBody>
          <a:bodyPr lIns="95250" tIns="47625" rIns="95250" bIns="47625" rtlCol="0" anchor="ctr">
            <a:noAutofit/>
          </a:bodyPr>
          <a:lstStyle/>
          <a:p>
            <a:pPr indent="0" algn="ctr">
              <a:lnSpc>
                <a:spcPct val="100000"/>
              </a:lnSpc>
              <a:defRPr/>
            </a:pPr>
            <a:r>
              <a:rPr lang="en-US" sz="1350" b="0" i="0" u="none" strike="noStrike">
                <a:solidFill>
                  <a:srgbClr val="1F2329"/>
                </a:solidFill>
                <a:latin typeface="微软雅黑" charset="0"/>
                <a:ea typeface="微软雅黑" charset="0"/>
              </a:rPr>
              <a:t>视频处理</a:t>
            </a:r>
          </a:p>
        </p:txBody>
      </p:sp>
      <p:sp>
        <p:nvSpPr>
          <p:cNvPr id="8" name="AutoShape 8"/>
          <p:cNvSpPr/>
          <p:nvPr/>
        </p:nvSpPr>
        <p:spPr>
          <a:xfrm>
            <a:off x="5061443" y="1195648"/>
            <a:ext cx="990491" cy="391886"/>
          </a:xfrm>
          <a:prstGeom prst="roundRect">
            <a:avLst>
              <a:gd name="adj" fmla="val 17013"/>
            </a:avLst>
          </a:prstGeom>
          <a:solidFill>
            <a:srgbClr val="FFFFFF">
              <a:alpha val="100000"/>
            </a:srgbClr>
          </a:solidFill>
          <a:ln w="12700">
            <a:noFill/>
            <a:prstDash val="solid"/>
          </a:ln>
          <a:effectLst>
            <a:outerShdw blurRad="47625" dist="38100" dir="2700000" algn="tr">
              <a:srgbClr val="000000">
                <a:alpha val="40000"/>
              </a:srgbClr>
            </a:outerShdw>
          </a:effectLst>
        </p:spPr>
        <p:txBody>
          <a:bodyPr lIns="95250" tIns="47625" rIns="95250" bIns="47625" rtlCol="0" anchor="ctr">
            <a:noAutofit/>
          </a:bodyPr>
          <a:lstStyle/>
          <a:p>
            <a:pPr indent="0" algn="ctr">
              <a:lnSpc>
                <a:spcPct val="100000"/>
              </a:lnSpc>
              <a:defRPr/>
            </a:pPr>
            <a:r>
              <a:rPr lang="en-US" sz="1350" b="0" i="0" u="none" strike="noStrike">
                <a:solidFill>
                  <a:srgbClr val="4B4B4B"/>
                </a:solidFill>
                <a:latin typeface="微软雅黑" charset="0"/>
                <a:ea typeface="微软雅黑" charset="0"/>
              </a:rPr>
              <a:t>科学计算</a:t>
            </a:r>
          </a:p>
        </p:txBody>
      </p:sp>
      <p:pic>
        <p:nvPicPr>
          <p:cNvPr id="9" name="Picture 9"/>
          <p:cNvPicPr>
            <a:picLocks noChangeAspect="1"/>
          </p:cNvPicPr>
          <p:nvPr/>
        </p:nvPicPr>
        <p:blipFill>
          <a:blip r:embed="rId24"/>
          <a:stretch>
            <a:fillRect/>
          </a:stretch>
        </p:blipFill>
        <p:spPr>
          <a:xfrm>
            <a:off x="1835061" y="1995376"/>
            <a:ext cx="308758" cy="415803"/>
          </a:xfrm>
          <a:prstGeom prst="rect">
            <a:avLst/>
          </a:prstGeom>
          <a:ln w="25400">
            <a:noFill/>
            <a:prstDash val="solid"/>
          </a:ln>
        </p:spPr>
      </p:pic>
      <p:pic>
        <p:nvPicPr>
          <p:cNvPr id="10" name="Picture 10"/>
          <p:cNvPicPr>
            <a:picLocks noChangeAspect="1"/>
          </p:cNvPicPr>
          <p:nvPr/>
        </p:nvPicPr>
        <p:blipFill>
          <a:blip r:embed="rId24"/>
          <a:stretch>
            <a:fillRect/>
          </a:stretch>
        </p:blipFill>
        <p:spPr>
          <a:xfrm>
            <a:off x="3023379" y="1980353"/>
            <a:ext cx="308758" cy="415803"/>
          </a:xfrm>
          <a:prstGeom prst="rect">
            <a:avLst/>
          </a:prstGeom>
          <a:ln w="25400">
            <a:noFill/>
            <a:prstDash val="solid"/>
          </a:ln>
        </p:spPr>
      </p:pic>
      <p:pic>
        <p:nvPicPr>
          <p:cNvPr id="11" name="Picture 11"/>
          <p:cNvPicPr>
            <a:picLocks noChangeAspect="1"/>
          </p:cNvPicPr>
          <p:nvPr/>
        </p:nvPicPr>
        <p:blipFill>
          <a:blip r:embed="rId24"/>
          <a:stretch>
            <a:fillRect/>
          </a:stretch>
        </p:blipFill>
        <p:spPr>
          <a:xfrm>
            <a:off x="4211443" y="1993723"/>
            <a:ext cx="308758" cy="415803"/>
          </a:xfrm>
          <a:prstGeom prst="rect">
            <a:avLst/>
          </a:prstGeom>
          <a:ln w="25400">
            <a:noFill/>
            <a:prstDash val="solid"/>
          </a:ln>
        </p:spPr>
      </p:pic>
      <p:pic>
        <p:nvPicPr>
          <p:cNvPr id="12" name="Picture 12"/>
          <p:cNvPicPr>
            <a:picLocks noChangeAspect="1"/>
          </p:cNvPicPr>
          <p:nvPr/>
        </p:nvPicPr>
        <p:blipFill>
          <a:blip r:embed="rId24"/>
          <a:stretch>
            <a:fillRect/>
          </a:stretch>
        </p:blipFill>
        <p:spPr>
          <a:xfrm>
            <a:off x="5287429" y="1993722"/>
            <a:ext cx="308758" cy="415803"/>
          </a:xfrm>
          <a:prstGeom prst="rect">
            <a:avLst/>
          </a:prstGeom>
          <a:ln w="25400">
            <a:noFill/>
            <a:prstDash val="solid"/>
          </a:ln>
        </p:spPr>
      </p:pic>
      <p:sp>
        <p:nvSpPr>
          <p:cNvPr id="13" name="AutoShape 13"/>
          <p:cNvSpPr/>
          <p:nvPr/>
        </p:nvSpPr>
        <p:spPr>
          <a:xfrm>
            <a:off x="5755640" y="2424430"/>
            <a:ext cx="429895" cy="3615055"/>
          </a:xfrm>
          <a:prstGeom prst="roundRect">
            <a:avLst>
              <a:gd name="adj" fmla="val 17728"/>
            </a:avLst>
          </a:prstGeom>
          <a:solidFill>
            <a:srgbClr val="0053FF"/>
          </a:solidFill>
          <a:ln w="12700">
            <a:noFill/>
            <a:prstDash val="solid"/>
          </a:ln>
          <a:effectLst>
            <a:outerShdw blurRad="47625" dist="38100" dir="2700000" algn="tr">
              <a:srgbClr val="000000">
                <a:alpha val="40000"/>
              </a:srgbClr>
            </a:outerShdw>
          </a:effectLst>
        </p:spPr>
        <p:txBody>
          <a:bodyPr lIns="95250" tIns="47625" rIns="95250" bIns="47625" rtlCol="0" anchor="ctr">
            <a:noAutofit/>
          </a:bodyPr>
          <a:lstStyle/>
          <a:p>
            <a:pPr indent="0" algn="ctr">
              <a:lnSpc>
                <a:spcPct val="100000"/>
              </a:lnSpc>
              <a:defRPr/>
            </a:pPr>
            <a:r>
              <a:rPr lang="en-US" sz="1575" b="0" i="0" u="none" strike="noStrike">
                <a:solidFill>
                  <a:srgbClr val="FFFFFF"/>
                </a:solidFill>
                <a:latin typeface="微软雅黑" charset="0"/>
                <a:ea typeface="微软雅黑" charset="0"/>
                <a:cs typeface="微软雅黑" charset="0"/>
              </a:rPr>
              <a:t>智能运维/监控告警</a:t>
            </a:r>
          </a:p>
        </p:txBody>
      </p:sp>
      <p:sp>
        <p:nvSpPr>
          <p:cNvPr id="23" name="AutoShape 23"/>
          <p:cNvSpPr/>
          <p:nvPr/>
        </p:nvSpPr>
        <p:spPr>
          <a:xfrm>
            <a:off x="1163700" y="5648105"/>
            <a:ext cx="4510049" cy="391886"/>
          </a:xfrm>
          <a:prstGeom prst="roundRect">
            <a:avLst>
              <a:gd name="adj" fmla="val 17013"/>
            </a:avLst>
          </a:prstGeom>
          <a:solidFill>
            <a:srgbClr val="00E7E1"/>
          </a:solidFill>
          <a:ln w="12700">
            <a:noFill/>
            <a:prstDash val="solid"/>
          </a:ln>
          <a:effectLst>
            <a:outerShdw blurRad="47625" dist="38100" dir="2700000" algn="tr">
              <a:srgbClr val="000000">
                <a:alpha val="40000"/>
              </a:srgbClr>
            </a:outerShdw>
          </a:effectLst>
        </p:spPr>
        <p:txBody>
          <a:bodyPr lIns="95250" tIns="47625" rIns="95250" bIns="47625" rtlCol="0" anchor="ctr">
            <a:noAutofit/>
          </a:bodyPr>
          <a:lstStyle/>
          <a:p>
            <a:pPr indent="0" algn="ctr">
              <a:lnSpc>
                <a:spcPct val="100000"/>
              </a:lnSpc>
              <a:defRPr/>
            </a:pPr>
            <a:r>
              <a:rPr lang="en-US" sz="1500" b="0" i="0" u="none" strike="noStrike">
                <a:solidFill>
                  <a:schemeClr val="tx1"/>
                </a:solidFill>
                <a:latin typeface="微软雅黑" charset="0"/>
                <a:ea typeface="微软雅黑" charset="0"/>
                <a:cs typeface="微软雅黑" charset="0"/>
              </a:rPr>
              <a:t>TOS 对象存储 Bucket / Prefix</a:t>
            </a:r>
          </a:p>
        </p:txBody>
      </p:sp>
      <p:sp>
        <p:nvSpPr>
          <p:cNvPr id="24" name="AutoShape 24"/>
          <p:cNvSpPr/>
          <p:nvPr/>
        </p:nvSpPr>
        <p:spPr>
          <a:xfrm>
            <a:off x="1236345" y="3996690"/>
            <a:ext cx="4359910" cy="1141095"/>
          </a:xfrm>
          <a:prstGeom prst="roundRect">
            <a:avLst>
              <a:gd name="adj" fmla="val 8042"/>
            </a:avLst>
          </a:prstGeom>
          <a:solidFill>
            <a:srgbClr val="FFFFFF">
              <a:alpha val="100000"/>
            </a:srgbClr>
          </a:solidFill>
          <a:ln w="12700">
            <a:noFill/>
            <a:prstDash val="solid"/>
          </a:ln>
          <a:effectLst>
            <a:outerShdw blurRad="47625" dist="38100" dir="2700000" algn="tr">
              <a:srgbClr val="000000">
                <a:alpha val="40000"/>
              </a:srgbClr>
            </a:outerShdw>
          </a:effectLst>
        </p:spPr>
        <p:txBody>
          <a:bodyPr lIns="95250" tIns="47625" rIns="95250" bIns="47625" rtlCol="0" anchor="t">
            <a:noAutofit/>
          </a:bodyPr>
          <a:lstStyle/>
          <a:p>
            <a:pPr indent="0" algn="ctr">
              <a:lnSpc>
                <a:spcPct val="100000"/>
              </a:lnSpc>
              <a:defRPr/>
            </a:pPr>
            <a:r>
              <a:rPr lang="zh-CN" altLang="en-US" sz="1350" b="0" i="0" u="none" strike="noStrike">
                <a:solidFill>
                  <a:srgbClr val="4B4B4B"/>
                </a:solidFill>
                <a:latin typeface="微软雅黑" charset="0"/>
                <a:ea typeface="微软雅黑" charset="0"/>
              </a:rPr>
              <a:t>数据流动</a:t>
            </a:r>
          </a:p>
        </p:txBody>
      </p:sp>
      <p:sp>
        <p:nvSpPr>
          <p:cNvPr id="25" name="AutoShape 25"/>
          <p:cNvSpPr/>
          <p:nvPr/>
        </p:nvSpPr>
        <p:spPr>
          <a:xfrm>
            <a:off x="1333500" y="4349115"/>
            <a:ext cx="1310640" cy="391795"/>
          </a:xfrm>
          <a:prstGeom prst="roundRect">
            <a:avLst>
              <a:gd name="adj" fmla="val 17013"/>
            </a:avLst>
          </a:prstGeom>
          <a:solidFill>
            <a:srgbClr val="E2F0D9">
              <a:alpha val="100000"/>
            </a:srgbClr>
          </a:solidFill>
          <a:ln w="12700">
            <a:noFill/>
            <a:prstDash val="solid"/>
          </a:ln>
          <a:effectLst>
            <a:outerShdw blurRad="47625" dist="38100" dir="2700000" algn="tr">
              <a:srgbClr val="000000">
                <a:alpha val="40000"/>
              </a:srgbClr>
            </a:outerShdw>
          </a:effectLst>
        </p:spPr>
        <p:txBody>
          <a:bodyPr lIns="95250" tIns="47625" rIns="95250" bIns="47625" rtlCol="0" anchor="ctr">
            <a:noAutofit/>
          </a:bodyPr>
          <a:lstStyle/>
          <a:p>
            <a:pPr indent="0" algn="ctr">
              <a:lnSpc>
                <a:spcPct val="100000"/>
              </a:lnSpc>
              <a:defRPr/>
            </a:pPr>
            <a:r>
              <a:rPr lang="zh-CN" altLang="en-US" sz="1350" b="0" i="0" u="none" strike="noStrike">
                <a:solidFill>
                  <a:srgbClr val="1F2329"/>
                </a:solidFill>
                <a:latin typeface="微软雅黑" charset="0"/>
                <a:ea typeface="微软雅黑" charset="0"/>
                <a:cs typeface="微软雅黑" charset="0"/>
              </a:rPr>
              <a:t>智能策略驱动</a:t>
            </a:r>
          </a:p>
        </p:txBody>
      </p:sp>
      <p:sp>
        <p:nvSpPr>
          <p:cNvPr id="26" name="AutoShape 26"/>
          <p:cNvSpPr/>
          <p:nvPr/>
        </p:nvSpPr>
        <p:spPr>
          <a:xfrm>
            <a:off x="2689860" y="4349115"/>
            <a:ext cx="1310640" cy="391795"/>
          </a:xfrm>
          <a:prstGeom prst="roundRect">
            <a:avLst>
              <a:gd name="adj" fmla="val 17013"/>
            </a:avLst>
          </a:prstGeom>
          <a:solidFill>
            <a:srgbClr val="E2F0D9">
              <a:alpha val="100000"/>
            </a:srgbClr>
          </a:solidFill>
          <a:ln w="12700">
            <a:noFill/>
            <a:prstDash val="solid"/>
          </a:ln>
          <a:effectLst>
            <a:outerShdw blurRad="47625" dist="38100" dir="2700000" algn="tr">
              <a:srgbClr val="000000">
                <a:alpha val="40000"/>
              </a:srgbClr>
            </a:outerShdw>
          </a:effectLst>
        </p:spPr>
        <p:txBody>
          <a:bodyPr lIns="95250" tIns="47625" rIns="95250" bIns="47625" rtlCol="0" anchor="ctr">
            <a:noAutofit/>
          </a:bodyPr>
          <a:lstStyle/>
          <a:p>
            <a:pPr indent="0" algn="ctr">
              <a:lnSpc>
                <a:spcPct val="100000"/>
              </a:lnSpc>
              <a:defRPr/>
            </a:pPr>
            <a:r>
              <a:rPr lang="zh-CN" altLang="en-US" sz="1350" b="0" i="0" u="none" strike="noStrike">
                <a:solidFill>
                  <a:srgbClr val="1F2329"/>
                </a:solidFill>
                <a:latin typeface="微软雅黑" charset="0"/>
                <a:ea typeface="微软雅黑" charset="0"/>
              </a:rPr>
              <a:t>快捷创建任务</a:t>
            </a:r>
          </a:p>
        </p:txBody>
      </p:sp>
      <p:sp>
        <p:nvSpPr>
          <p:cNvPr id="28" name="AutoShape 28"/>
          <p:cNvSpPr/>
          <p:nvPr/>
        </p:nvSpPr>
        <p:spPr>
          <a:xfrm rot="-5400000">
            <a:off x="2221865" y="5271770"/>
            <a:ext cx="274320" cy="304165"/>
          </a:xfrm>
          <a:prstGeom prst="rightArrow">
            <a:avLst/>
          </a:prstGeom>
          <a:solidFill>
            <a:srgbClr val="FAD355">
              <a:alpha val="100000"/>
            </a:srgbClr>
          </a:solidFill>
          <a:ln w="25400">
            <a:noFill/>
            <a:prstDash val="solid"/>
          </a:ln>
        </p:spPr>
        <p:txBody>
          <a:bodyPr lIns="95250" tIns="95250" rIns="95250" bIns="95250" rtlCol="0" anchor="ctr">
            <a:noAutofit/>
          </a:bodyPr>
          <a:lstStyle/>
          <a:p>
            <a:pPr algn="ctr">
              <a:defRPr/>
            </a:pPr>
            <a:endParaRPr>
              <a:latin typeface="微软雅黑" charset="0"/>
              <a:ea typeface="微软雅黑" charset="0"/>
            </a:endParaRPr>
          </a:p>
        </p:txBody>
      </p:sp>
      <p:sp>
        <p:nvSpPr>
          <p:cNvPr id="29" name="AutoShape 29"/>
          <p:cNvSpPr/>
          <p:nvPr/>
        </p:nvSpPr>
        <p:spPr>
          <a:xfrm rot="5400000">
            <a:off x="4327525" y="5271770"/>
            <a:ext cx="274320" cy="304165"/>
          </a:xfrm>
          <a:prstGeom prst="rightArrow">
            <a:avLst/>
          </a:prstGeom>
          <a:solidFill>
            <a:srgbClr val="D9F5D6">
              <a:alpha val="100000"/>
            </a:srgbClr>
          </a:solidFill>
          <a:ln w="25400">
            <a:noFill/>
            <a:prstDash val="solid"/>
          </a:ln>
        </p:spPr>
        <p:txBody>
          <a:bodyPr lIns="95250" tIns="95250" rIns="95250" bIns="95250" rtlCol="0" anchor="ctr">
            <a:noAutofit/>
          </a:bodyPr>
          <a:lstStyle/>
          <a:p>
            <a:pPr algn="ctr">
              <a:defRPr/>
            </a:pPr>
            <a:endParaRPr>
              <a:latin typeface="微软雅黑" charset="0"/>
              <a:ea typeface="微软雅黑" charset="0"/>
            </a:endParaRPr>
          </a:p>
        </p:txBody>
      </p:sp>
      <p:sp>
        <p:nvSpPr>
          <p:cNvPr id="35" name="AutoShape 35"/>
          <p:cNvSpPr/>
          <p:nvPr/>
        </p:nvSpPr>
        <p:spPr>
          <a:xfrm>
            <a:off x="1236345" y="2798445"/>
            <a:ext cx="4359910" cy="1141095"/>
          </a:xfrm>
          <a:prstGeom prst="roundRect">
            <a:avLst>
              <a:gd name="adj" fmla="val 8042"/>
            </a:avLst>
          </a:prstGeom>
          <a:solidFill>
            <a:srgbClr val="FFFFFF">
              <a:alpha val="100000"/>
            </a:srgbClr>
          </a:solidFill>
          <a:ln w="12700">
            <a:noFill/>
            <a:prstDash val="solid"/>
          </a:ln>
          <a:effectLst>
            <a:outerShdw blurRad="47625" dist="38100" dir="2700000" algn="tr">
              <a:srgbClr val="000000">
                <a:alpha val="40000"/>
              </a:srgbClr>
            </a:outerShdw>
          </a:effectLst>
        </p:spPr>
        <p:txBody>
          <a:bodyPr lIns="95250" tIns="47625" rIns="95250" bIns="47625" rtlCol="0" anchor="t">
            <a:noAutofit/>
          </a:bodyPr>
          <a:lstStyle/>
          <a:p>
            <a:pPr indent="0" algn="ctr">
              <a:lnSpc>
                <a:spcPct val="100000"/>
              </a:lnSpc>
              <a:defRPr/>
            </a:pPr>
            <a:r>
              <a:rPr lang="en-US" sz="1350" b="0" i="0" u="none" strike="noStrike">
                <a:solidFill>
                  <a:srgbClr val="1F2329"/>
                </a:solidFill>
                <a:latin typeface="微软雅黑" charset="0"/>
                <a:ea typeface="微软雅黑" charset="0"/>
              </a:rPr>
              <a:t>弹性存储空间</a:t>
            </a:r>
          </a:p>
        </p:txBody>
      </p:sp>
      <p:sp>
        <p:nvSpPr>
          <p:cNvPr id="36" name="AutoShape 36"/>
          <p:cNvSpPr/>
          <p:nvPr/>
        </p:nvSpPr>
        <p:spPr>
          <a:xfrm>
            <a:off x="1333500" y="3136900"/>
            <a:ext cx="781050" cy="391795"/>
          </a:xfrm>
          <a:prstGeom prst="roundRect">
            <a:avLst>
              <a:gd name="adj" fmla="val 17013"/>
            </a:avLst>
          </a:prstGeom>
          <a:solidFill>
            <a:srgbClr val="E2F0D9">
              <a:alpha val="100000"/>
            </a:srgbClr>
          </a:solidFill>
          <a:ln w="12700">
            <a:noFill/>
            <a:prstDash val="solid"/>
          </a:ln>
          <a:effectLst>
            <a:outerShdw blurRad="47625" dist="38100" dir="2700000" algn="tr">
              <a:srgbClr val="000000">
                <a:alpha val="40000"/>
              </a:srgbClr>
            </a:outerShdw>
          </a:effectLst>
        </p:spPr>
        <p:txBody>
          <a:bodyPr lIns="95250" tIns="47625" rIns="95250" bIns="47625" rtlCol="0" anchor="ctr">
            <a:noAutofit/>
          </a:bodyPr>
          <a:lstStyle/>
          <a:p>
            <a:pPr indent="0" algn="ctr">
              <a:lnSpc>
                <a:spcPct val="100000"/>
              </a:lnSpc>
              <a:defRPr/>
            </a:pPr>
            <a:r>
              <a:rPr lang="en-US" sz="1350" b="0" i="0" u="none" strike="noStrike">
                <a:solidFill>
                  <a:srgbClr val="1F2329"/>
                </a:solidFill>
                <a:latin typeface="微软雅黑" charset="0"/>
                <a:ea typeface="微软雅黑" charset="0"/>
              </a:rPr>
              <a:t>元数据</a:t>
            </a:r>
          </a:p>
        </p:txBody>
      </p:sp>
      <p:sp>
        <p:nvSpPr>
          <p:cNvPr id="37" name="AutoShape 37"/>
          <p:cNvSpPr/>
          <p:nvPr/>
        </p:nvSpPr>
        <p:spPr>
          <a:xfrm>
            <a:off x="2207895" y="3136900"/>
            <a:ext cx="3297555" cy="391795"/>
          </a:xfrm>
          <a:prstGeom prst="roundRect">
            <a:avLst>
              <a:gd name="adj" fmla="val 17013"/>
            </a:avLst>
          </a:prstGeom>
          <a:solidFill>
            <a:srgbClr val="E2F0D9">
              <a:alpha val="100000"/>
            </a:srgbClr>
          </a:solidFill>
          <a:ln w="12700">
            <a:noFill/>
            <a:prstDash val="solid"/>
          </a:ln>
          <a:effectLst>
            <a:outerShdw blurRad="47625" dist="38100" dir="2700000" algn="tr">
              <a:srgbClr val="000000">
                <a:alpha val="40000"/>
              </a:srgbClr>
            </a:outerShdw>
          </a:effectLst>
        </p:spPr>
        <p:txBody>
          <a:bodyPr lIns="95250" tIns="47625" rIns="95250" bIns="47625" rtlCol="0" anchor="ctr">
            <a:noAutofit/>
          </a:bodyPr>
          <a:lstStyle/>
          <a:p>
            <a:pPr indent="0" algn="ctr">
              <a:lnSpc>
                <a:spcPct val="100000"/>
              </a:lnSpc>
              <a:defRPr/>
            </a:pPr>
            <a:r>
              <a:rPr lang="en-US" sz="1350" b="0" i="0" u="none" strike="noStrike">
                <a:solidFill>
                  <a:srgbClr val="1F2329"/>
                </a:solidFill>
                <a:latin typeface="微软雅黑" charset="0"/>
                <a:ea typeface="微软雅黑" charset="0"/>
              </a:rPr>
              <a:t>数据</a:t>
            </a:r>
          </a:p>
        </p:txBody>
      </p:sp>
      <p:sp>
        <p:nvSpPr>
          <p:cNvPr id="42" name="AutoShape 17"/>
          <p:cNvSpPr/>
          <p:nvPr>
            <p:custDataLst>
              <p:tags r:id="rId1"/>
            </p:custDataLst>
          </p:nvPr>
        </p:nvSpPr>
        <p:spPr>
          <a:xfrm>
            <a:off x="7266940" y="471805"/>
            <a:ext cx="3521075" cy="467360"/>
          </a:xfrm>
          <a:prstGeom prst="rect">
            <a:avLst/>
          </a:prstGeom>
          <a:noFill/>
          <a:ln w="12700">
            <a:noFill/>
            <a:prstDash val="solid"/>
          </a:ln>
        </p:spPr>
        <p:txBody>
          <a:bodyPr lIns="95250" tIns="47625" rIns="95250" bIns="47625" rtlCol="0" anchor="t">
            <a:noAutofit/>
          </a:bodyPr>
          <a:lstStyle/>
          <a:p>
            <a:pPr algn="l">
              <a:lnSpc>
                <a:spcPct val="150000"/>
              </a:lnSpc>
              <a:buSzTx/>
              <a:defRPr/>
            </a:pPr>
            <a:r>
              <a:rPr lang="en-US" sz="1800" b="1" i="0" u="none" strike="noStrike">
                <a:solidFill>
                  <a:srgbClr val="0053FF"/>
                </a:solidFill>
                <a:latin typeface="微软雅黑" charset="0"/>
                <a:ea typeface="微软雅黑" charset="0"/>
                <a:cs typeface="微软雅黑" charset="0"/>
              </a:rPr>
              <a:t>可配置性能</a:t>
            </a:r>
          </a:p>
        </p:txBody>
      </p:sp>
      <p:sp>
        <p:nvSpPr>
          <p:cNvPr id="43" name="矩形 42"/>
          <p:cNvSpPr/>
          <p:nvPr>
            <p:custDataLst>
              <p:tags r:id="rId2"/>
            </p:custDataLst>
          </p:nvPr>
        </p:nvSpPr>
        <p:spPr>
          <a:xfrm>
            <a:off x="7120255" y="648335"/>
            <a:ext cx="146685" cy="252000"/>
          </a:xfrm>
          <a:prstGeom prst="rect">
            <a:avLst/>
          </a:prstGeom>
          <a:solidFill>
            <a:srgbClr val="0053FF"/>
          </a:solidFill>
          <a:ln>
            <a:solidFill>
              <a:srgbClr val="0053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44" name="直接连接符 43"/>
          <p:cNvCxnSpPr>
            <a:stCxn id="43" idx="2"/>
          </p:cNvCxnSpPr>
          <p:nvPr>
            <p:custDataLst>
              <p:tags r:id="rId3"/>
            </p:custDataLst>
          </p:nvPr>
        </p:nvCxnSpPr>
        <p:spPr>
          <a:xfrm>
            <a:off x="7193915" y="900430"/>
            <a:ext cx="4723130" cy="0"/>
          </a:xfrm>
          <a:prstGeom prst="line">
            <a:avLst/>
          </a:prstGeom>
          <a:ln>
            <a:solidFill>
              <a:srgbClr val="0053FF"/>
            </a:solidFill>
          </a:ln>
        </p:spPr>
        <p:style>
          <a:lnRef idx="2">
            <a:schemeClr val="accent1"/>
          </a:lnRef>
          <a:fillRef idx="0">
            <a:srgbClr val="FFFFFF"/>
          </a:fillRef>
          <a:effectRef idx="0">
            <a:srgbClr val="FFFFFF"/>
          </a:effectRef>
          <a:fontRef idx="minor">
            <a:schemeClr val="tx1"/>
          </a:fontRef>
        </p:style>
      </p:cxnSp>
      <p:sp>
        <p:nvSpPr>
          <p:cNvPr id="45" name="文本框 44"/>
          <p:cNvSpPr txBox="1"/>
          <p:nvPr>
            <p:custDataLst>
              <p:tags r:id="rId4"/>
            </p:custDataLst>
          </p:nvPr>
        </p:nvSpPr>
        <p:spPr>
          <a:xfrm>
            <a:off x="7266940" y="843915"/>
            <a:ext cx="4839970" cy="2272665"/>
          </a:xfrm>
          <a:prstGeom prst="rect">
            <a:avLst/>
          </a:prstGeom>
          <a:noFill/>
        </p:spPr>
        <p:txBody>
          <a:bodyPr wrap="square" rtlCol="0" anchor="t">
            <a:spAutoFit/>
          </a:bodyPr>
          <a:lstStyle/>
          <a:p>
            <a:pPr marL="0" lvl="0" indent="171450" algn="l">
              <a:lnSpc>
                <a:spcPct val="150000"/>
              </a:lnSpc>
              <a:buClr>
                <a:srgbClr val="808080"/>
              </a:buClr>
              <a:buChar char="•"/>
            </a:pPr>
            <a:r>
              <a:rPr lang="zh-CN" altLang="en-US" sz="1350">
                <a:solidFill>
                  <a:srgbClr val="808080"/>
                </a:solidFill>
                <a:latin typeface="微软雅黑" charset="0"/>
                <a:ea typeface="微软雅黑" charset="0"/>
                <a:sym typeface="+mn-ea"/>
              </a:rPr>
              <a:t>基准带宽：</a:t>
            </a:r>
            <a:br>
              <a:rPr lang="zh-CN" altLang="en-US" sz="1350">
                <a:solidFill>
                  <a:srgbClr val="808080"/>
                </a:solidFill>
                <a:latin typeface="微软雅黑" charset="0"/>
                <a:ea typeface="微软雅黑" charset="0"/>
                <a:sym typeface="+mn-ea"/>
              </a:rPr>
            </a:br>
            <a:r>
              <a:rPr lang="zh-CN" altLang="en-US" sz="1350">
                <a:solidFill>
                  <a:srgbClr val="808080"/>
                </a:solidFill>
                <a:latin typeface="微软雅黑" charset="0"/>
                <a:ea typeface="微软雅黑" charset="0"/>
                <a:sym typeface="+mn-ea"/>
              </a:rPr>
              <a:t>起配</a:t>
            </a:r>
            <a:r>
              <a:rPr lang="en-US" altLang="zh-CN" sz="1350">
                <a:solidFill>
                  <a:srgbClr val="808080"/>
                </a:solidFill>
                <a:latin typeface="微软雅黑" charset="0"/>
                <a:ea typeface="微软雅黑" charset="0"/>
                <a:sym typeface="+mn-ea"/>
              </a:rPr>
              <a:t> 600MB</a:t>
            </a:r>
            <a:r>
              <a:rPr lang="x-none" altLang="en-US" sz="1350">
                <a:solidFill>
                  <a:srgbClr val="808080"/>
                </a:solidFill>
                <a:latin typeface="微软雅黑" charset="0"/>
                <a:ea typeface="微软雅黑" charset="0"/>
                <a:sym typeface="+mn-ea"/>
              </a:rPr>
              <a:t>/s </a:t>
            </a:r>
            <a:r>
              <a:rPr lang="zh-CN" altLang="x-none" sz="1350">
                <a:solidFill>
                  <a:srgbClr val="808080"/>
                </a:solidFill>
                <a:latin typeface="微软雅黑" charset="0"/>
                <a:ea typeface="微软雅黑" charset="0"/>
                <a:sym typeface="+mn-ea"/>
              </a:rPr>
              <a:t>读写带宽，每</a:t>
            </a:r>
            <a:r>
              <a:rPr lang="en-US" altLang="zh-CN" sz="1350">
                <a:solidFill>
                  <a:srgbClr val="808080"/>
                </a:solidFill>
                <a:latin typeface="微软雅黑" charset="0"/>
                <a:ea typeface="微软雅黑" charset="0"/>
                <a:sym typeface="+mn-ea"/>
              </a:rPr>
              <a:t> GiB </a:t>
            </a:r>
            <a:r>
              <a:rPr lang="zh-CN" altLang="en-US" sz="1350">
                <a:solidFill>
                  <a:srgbClr val="808080"/>
                </a:solidFill>
                <a:latin typeface="微软雅黑" charset="0"/>
                <a:ea typeface="微软雅黑" charset="0"/>
                <a:sym typeface="+mn-ea"/>
              </a:rPr>
              <a:t>容量增加</a:t>
            </a:r>
            <a:r>
              <a:rPr lang="en-US" altLang="zh-CN" sz="1350">
                <a:solidFill>
                  <a:srgbClr val="808080"/>
                </a:solidFill>
                <a:latin typeface="微软雅黑" charset="0"/>
                <a:ea typeface="微软雅黑" charset="0"/>
                <a:sym typeface="+mn-ea"/>
              </a:rPr>
              <a:t> 0.1MB/s </a:t>
            </a:r>
            <a:r>
              <a:rPr lang="zh-CN" altLang="en-US" sz="1350">
                <a:solidFill>
                  <a:srgbClr val="808080"/>
                </a:solidFill>
                <a:latin typeface="微软雅黑" charset="0"/>
                <a:ea typeface="微软雅黑" charset="0"/>
                <a:sym typeface="+mn-ea"/>
              </a:rPr>
              <a:t>带宽</a:t>
            </a:r>
          </a:p>
          <a:p>
            <a:pPr marL="0" lvl="0" indent="171450" algn="l">
              <a:lnSpc>
                <a:spcPct val="150000"/>
              </a:lnSpc>
              <a:buClr>
                <a:srgbClr val="808080"/>
              </a:buClr>
              <a:buChar char="•"/>
            </a:pPr>
            <a:r>
              <a:rPr lang="zh-CN" altLang="en-US" sz="1350">
                <a:solidFill>
                  <a:srgbClr val="808080"/>
                </a:solidFill>
                <a:latin typeface="微软雅黑" charset="0"/>
                <a:ea typeface="微软雅黑" charset="0"/>
                <a:sym typeface="+mn-ea"/>
              </a:rPr>
              <a:t>预配置带宽：</a:t>
            </a:r>
            <a:br>
              <a:rPr lang="zh-CN" altLang="en-US" sz="1350">
                <a:solidFill>
                  <a:srgbClr val="808080"/>
                </a:solidFill>
                <a:latin typeface="微软雅黑" charset="0"/>
                <a:ea typeface="微软雅黑" charset="0"/>
                <a:sym typeface="+mn-ea"/>
              </a:rPr>
            </a:br>
            <a:r>
              <a:rPr lang="zh-CN" altLang="en-US" sz="1350">
                <a:solidFill>
                  <a:srgbClr val="808080"/>
                </a:solidFill>
                <a:latin typeface="微软雅黑" charset="0"/>
                <a:ea typeface="微软雅黑" charset="0"/>
                <a:sym typeface="+mn-ea"/>
              </a:rPr>
              <a:t>在基准带宽性能不满足业务需求时，可以在容量不变时通过预配置带宽获得更高的实例性能，默认关闭</a:t>
            </a:r>
            <a:endParaRPr lang="zh-CN" altLang="en-US" sz="1350" b="0" i="0" u="none" strike="noStrike">
              <a:solidFill>
                <a:srgbClr val="808080"/>
              </a:solidFill>
              <a:latin typeface="微软雅黑" charset="0"/>
              <a:ea typeface="微软雅黑" charset="0"/>
            </a:endParaRPr>
          </a:p>
          <a:p>
            <a:pPr marL="0" lvl="0" indent="171450" algn="l">
              <a:lnSpc>
                <a:spcPct val="150000"/>
              </a:lnSpc>
              <a:buClr>
                <a:srgbClr val="808080"/>
              </a:buClr>
              <a:buChar char="•"/>
            </a:pPr>
            <a:r>
              <a:rPr lang="zh-CN" altLang="en-US" sz="1350">
                <a:solidFill>
                  <a:srgbClr val="808080"/>
                </a:solidFill>
                <a:latin typeface="微软雅黑" charset="0"/>
                <a:ea typeface="微软雅黑" charset="0"/>
                <a:sym typeface="+mn-ea"/>
              </a:rPr>
              <a:t>数据流动带宽：</a:t>
            </a:r>
            <a:br>
              <a:rPr lang="zh-CN" altLang="en-US" sz="1350">
                <a:solidFill>
                  <a:srgbClr val="808080"/>
                </a:solidFill>
                <a:latin typeface="微软雅黑" charset="0"/>
                <a:ea typeface="微软雅黑" charset="0"/>
                <a:sym typeface="+mn-ea"/>
              </a:rPr>
            </a:br>
            <a:r>
              <a:rPr lang="zh-CN" altLang="en-US" sz="1350">
                <a:solidFill>
                  <a:srgbClr val="808080"/>
                </a:solidFill>
                <a:latin typeface="微软雅黑" charset="0"/>
                <a:ea typeface="微软雅黑" charset="0"/>
                <a:sym typeface="+mn-ea"/>
              </a:rPr>
              <a:t>随访问带宽自动动态调整（</a:t>
            </a:r>
            <a:r>
              <a:rPr lang="zh-CN" altLang="en-US" sz="900">
                <a:solidFill>
                  <a:srgbClr val="808080"/>
                </a:solidFill>
                <a:latin typeface="微软雅黑" charset="0"/>
                <a:ea typeface="微软雅黑" charset="0"/>
                <a:sym typeface="+mn-ea"/>
              </a:rPr>
              <a:t>基准带宽和预配置带宽最大值的</a:t>
            </a:r>
            <a:r>
              <a:rPr lang="en-US" altLang="zh-CN" sz="900">
                <a:solidFill>
                  <a:srgbClr val="808080"/>
                </a:solidFill>
                <a:latin typeface="微软雅黑" charset="0"/>
                <a:ea typeface="微软雅黑" charset="0"/>
                <a:sym typeface="+mn-ea"/>
              </a:rPr>
              <a:t> 30%</a:t>
            </a:r>
            <a:r>
              <a:rPr lang="zh-CN" altLang="en-US" sz="1350">
                <a:solidFill>
                  <a:srgbClr val="808080"/>
                </a:solidFill>
                <a:latin typeface="微软雅黑" charset="0"/>
                <a:ea typeface="微软雅黑" charset="0"/>
                <a:sym typeface="+mn-ea"/>
              </a:rPr>
              <a:t>）</a:t>
            </a:r>
            <a:endParaRPr lang="zh-CN" altLang="en-US" sz="1350">
              <a:solidFill>
                <a:srgbClr val="808080"/>
              </a:solidFill>
              <a:latin typeface="微软雅黑" charset="0"/>
              <a:ea typeface="微软雅黑" charset="0"/>
              <a:cs typeface="微软雅黑" charset="0"/>
              <a:sym typeface="+mn-ea"/>
            </a:endParaRPr>
          </a:p>
        </p:txBody>
      </p:sp>
      <p:sp>
        <p:nvSpPr>
          <p:cNvPr id="46" name="AutoShape 17"/>
          <p:cNvSpPr/>
          <p:nvPr>
            <p:custDataLst>
              <p:tags r:id="rId5"/>
            </p:custDataLst>
          </p:nvPr>
        </p:nvSpPr>
        <p:spPr>
          <a:xfrm>
            <a:off x="7266940" y="3062605"/>
            <a:ext cx="3521075" cy="467360"/>
          </a:xfrm>
          <a:prstGeom prst="rect">
            <a:avLst/>
          </a:prstGeom>
          <a:noFill/>
          <a:ln w="12700">
            <a:noFill/>
            <a:prstDash val="solid"/>
          </a:ln>
        </p:spPr>
        <p:txBody>
          <a:bodyPr lIns="95250" tIns="47625" rIns="95250" bIns="47625" rtlCol="0" anchor="t">
            <a:noAutofit/>
          </a:bodyPr>
          <a:lstStyle/>
          <a:p>
            <a:pPr indent="0" algn="l">
              <a:lnSpc>
                <a:spcPct val="150000"/>
              </a:lnSpc>
              <a:defRPr/>
            </a:pPr>
            <a:r>
              <a:rPr lang="en-US" sz="1800" b="1">
                <a:solidFill>
                  <a:srgbClr val="0053FF"/>
                </a:solidFill>
                <a:latin typeface="微软雅黑" charset="0"/>
                <a:ea typeface="微软雅黑" charset="0"/>
                <a:cs typeface="微软雅黑" charset="0"/>
                <a:sym typeface="+mn-ea"/>
              </a:rPr>
              <a:t>按需加载</a:t>
            </a:r>
            <a:endParaRPr lang="zh-CN" altLang="en-US" sz="1350" b="0" i="0" u="none" strike="noStrike">
              <a:solidFill>
                <a:srgbClr val="808080"/>
              </a:solidFill>
              <a:latin typeface="微软雅黑" charset="0"/>
              <a:ea typeface="微软雅黑" charset="0"/>
              <a:cs typeface="微软雅黑" charset="0"/>
            </a:endParaRPr>
          </a:p>
        </p:txBody>
      </p:sp>
      <p:sp>
        <p:nvSpPr>
          <p:cNvPr id="47" name="矩形 46"/>
          <p:cNvSpPr/>
          <p:nvPr>
            <p:custDataLst>
              <p:tags r:id="rId6"/>
            </p:custDataLst>
          </p:nvPr>
        </p:nvSpPr>
        <p:spPr>
          <a:xfrm>
            <a:off x="7120255" y="3239135"/>
            <a:ext cx="146685" cy="252000"/>
          </a:xfrm>
          <a:prstGeom prst="rect">
            <a:avLst/>
          </a:prstGeom>
          <a:solidFill>
            <a:srgbClr val="0053FF"/>
          </a:solidFill>
          <a:ln>
            <a:solidFill>
              <a:srgbClr val="0053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48" name="直接连接符 47"/>
          <p:cNvCxnSpPr>
            <a:stCxn id="47" idx="2"/>
          </p:cNvCxnSpPr>
          <p:nvPr>
            <p:custDataLst>
              <p:tags r:id="rId7"/>
            </p:custDataLst>
          </p:nvPr>
        </p:nvCxnSpPr>
        <p:spPr>
          <a:xfrm>
            <a:off x="7193915" y="3491230"/>
            <a:ext cx="4723130" cy="0"/>
          </a:xfrm>
          <a:prstGeom prst="line">
            <a:avLst/>
          </a:prstGeom>
          <a:ln>
            <a:solidFill>
              <a:srgbClr val="0053FF"/>
            </a:solidFill>
          </a:ln>
        </p:spPr>
        <p:style>
          <a:lnRef idx="2">
            <a:schemeClr val="accent1"/>
          </a:lnRef>
          <a:fillRef idx="0">
            <a:srgbClr val="FFFFFF"/>
          </a:fillRef>
          <a:effectRef idx="0">
            <a:srgbClr val="FFFFFF"/>
          </a:effectRef>
          <a:fontRef idx="minor">
            <a:schemeClr val="tx1"/>
          </a:fontRef>
        </p:style>
      </p:cxnSp>
      <p:sp>
        <p:nvSpPr>
          <p:cNvPr id="49" name="文本框 48"/>
          <p:cNvSpPr txBox="1"/>
          <p:nvPr>
            <p:custDataLst>
              <p:tags r:id="rId8"/>
            </p:custDataLst>
          </p:nvPr>
        </p:nvSpPr>
        <p:spPr>
          <a:xfrm>
            <a:off x="7266940" y="3577590"/>
            <a:ext cx="4650105" cy="1337945"/>
          </a:xfrm>
          <a:prstGeom prst="rect">
            <a:avLst/>
          </a:prstGeom>
          <a:noFill/>
        </p:spPr>
        <p:txBody>
          <a:bodyPr wrap="square" rtlCol="0" anchor="t">
            <a:spAutoFit/>
          </a:bodyPr>
          <a:lstStyle/>
          <a:p>
            <a:pPr marL="0" lvl="0" indent="171450" algn="l">
              <a:lnSpc>
                <a:spcPct val="150000"/>
              </a:lnSpc>
              <a:buClr>
                <a:srgbClr val="808080"/>
              </a:buClr>
              <a:buChar char="•"/>
            </a:pPr>
            <a:r>
              <a:rPr lang="zh-CN" altLang="en-US" sz="1350">
                <a:solidFill>
                  <a:srgbClr val="808080"/>
                </a:solidFill>
                <a:latin typeface="微软雅黑" charset="0"/>
                <a:ea typeface="微软雅黑" charset="0"/>
                <a:cs typeface="微软雅黑" charset="0"/>
                <a:sym typeface="+mn-ea"/>
              </a:rPr>
              <a:t>配置缓存淘汰策略后：</a:t>
            </a:r>
            <a:endParaRPr lang="zh-CN" altLang="en-US" sz="1350" b="0" i="0" u="none" strike="noStrike">
              <a:solidFill>
                <a:srgbClr val="808080"/>
              </a:solidFill>
              <a:latin typeface="微软雅黑" charset="0"/>
              <a:ea typeface="微软雅黑" charset="0"/>
              <a:cs typeface="微软雅黑" charset="0"/>
            </a:endParaRPr>
          </a:p>
          <a:p>
            <a:pPr marL="504190" lvl="1" indent="-285750" algn="l" eaLnBrk="1" fontAlgn="auto" latinLnBrk="0" hangingPunct="1">
              <a:lnSpc>
                <a:spcPct val="150000"/>
              </a:lnSpc>
              <a:buClr>
                <a:srgbClr val="808080"/>
              </a:buClr>
              <a:buFont typeface="Wingdings" panose="05000000000000000000" charset="0"/>
              <a:buChar char=""/>
            </a:pPr>
            <a:r>
              <a:rPr lang="en-US" sz="1350">
                <a:solidFill>
                  <a:srgbClr val="808080"/>
                </a:solidFill>
                <a:latin typeface="微软雅黑" charset="0"/>
                <a:ea typeface="微软雅黑" charset="0"/>
                <a:cs typeface="微软雅黑" charset="0"/>
                <a:sym typeface="+mn-ea"/>
              </a:rPr>
              <a:t>自动加载</a:t>
            </a:r>
            <a:r>
              <a:rPr lang="zh-CN" altLang="en-US" sz="1350">
                <a:solidFill>
                  <a:srgbClr val="808080"/>
                </a:solidFill>
                <a:latin typeface="微软雅黑" charset="0"/>
                <a:ea typeface="微软雅黑" charset="0"/>
                <a:cs typeface="微软雅黑" charset="0"/>
                <a:sym typeface="+mn-ea"/>
              </a:rPr>
              <a:t>绑定的</a:t>
            </a:r>
            <a:r>
              <a:rPr lang="en-US" sz="1350">
                <a:solidFill>
                  <a:srgbClr val="808080"/>
                </a:solidFill>
                <a:latin typeface="微软雅黑" charset="0"/>
                <a:ea typeface="微软雅黑" charset="0"/>
                <a:cs typeface="微软雅黑" charset="0"/>
                <a:sym typeface="+mn-ea"/>
              </a:rPr>
              <a:t> Bucket 或 Prefix 内文件的元数据</a:t>
            </a:r>
            <a:endParaRPr lang="en-US" sz="1350" b="0" i="0" u="none" strike="noStrike">
              <a:solidFill>
                <a:srgbClr val="808080"/>
              </a:solidFill>
              <a:latin typeface="微软雅黑" charset="0"/>
              <a:ea typeface="微软雅黑" charset="0"/>
              <a:cs typeface="微软雅黑" charset="0"/>
            </a:endParaRPr>
          </a:p>
          <a:p>
            <a:pPr marL="504190" lvl="1" indent="-285750" algn="l" eaLnBrk="1" fontAlgn="auto" latinLnBrk="0" hangingPunct="1">
              <a:lnSpc>
                <a:spcPct val="150000"/>
              </a:lnSpc>
              <a:buClr>
                <a:srgbClr val="808080"/>
              </a:buClr>
              <a:buFont typeface="Wingdings" panose="05000000000000000000" charset="0"/>
              <a:buChar char=""/>
            </a:pPr>
            <a:r>
              <a:rPr lang="en-US" sz="1350">
                <a:solidFill>
                  <a:srgbClr val="808080"/>
                </a:solidFill>
                <a:latin typeface="微软雅黑" charset="0"/>
                <a:ea typeface="微软雅黑" charset="0"/>
                <a:cs typeface="微软雅黑" charset="0"/>
                <a:sym typeface="+mn-ea"/>
              </a:rPr>
              <a:t>访问文件时按需加载数据</a:t>
            </a:r>
            <a:endParaRPr lang="en-US" sz="1350" b="0" i="0" u="none" strike="noStrike">
              <a:solidFill>
                <a:srgbClr val="808080"/>
              </a:solidFill>
              <a:latin typeface="微软雅黑" charset="0"/>
              <a:ea typeface="微软雅黑" charset="0"/>
              <a:cs typeface="微软雅黑" charset="0"/>
            </a:endParaRPr>
          </a:p>
          <a:p>
            <a:pPr marL="504190" lvl="1" indent="-285750" algn="l" eaLnBrk="1" fontAlgn="auto" latinLnBrk="0" hangingPunct="1">
              <a:lnSpc>
                <a:spcPct val="150000"/>
              </a:lnSpc>
              <a:buClr>
                <a:srgbClr val="808080"/>
              </a:buClr>
              <a:buFont typeface="Wingdings" panose="05000000000000000000" charset="0"/>
              <a:buChar char=""/>
            </a:pPr>
            <a:r>
              <a:rPr lang="en-US" sz="1350">
                <a:solidFill>
                  <a:srgbClr val="808080"/>
                </a:solidFill>
                <a:latin typeface="微软雅黑" charset="0"/>
                <a:ea typeface="微软雅黑" charset="0"/>
                <a:cs typeface="微软雅黑" charset="0"/>
                <a:sym typeface="+mn-ea"/>
              </a:rPr>
              <a:t>基于 atime/mtime 自动淘汰指定数据</a:t>
            </a:r>
            <a:r>
              <a:rPr lang="zh-CN" altLang="en-US" sz="1350">
                <a:solidFill>
                  <a:srgbClr val="808080"/>
                </a:solidFill>
                <a:latin typeface="微软雅黑" charset="0"/>
                <a:ea typeface="微软雅黑" charset="0"/>
                <a:cs typeface="微软雅黑" charset="0"/>
                <a:sym typeface="+mn-ea"/>
              </a:rPr>
              <a:t>，保留元数据</a:t>
            </a:r>
          </a:p>
        </p:txBody>
      </p:sp>
      <p:sp>
        <p:nvSpPr>
          <p:cNvPr id="50" name="AutoShape 17"/>
          <p:cNvSpPr/>
          <p:nvPr>
            <p:custDataLst>
              <p:tags r:id="rId9"/>
            </p:custDataLst>
          </p:nvPr>
        </p:nvSpPr>
        <p:spPr>
          <a:xfrm>
            <a:off x="7266940" y="4858385"/>
            <a:ext cx="3521075" cy="467360"/>
          </a:xfrm>
          <a:prstGeom prst="rect">
            <a:avLst/>
          </a:prstGeom>
          <a:noFill/>
          <a:ln w="12700">
            <a:noFill/>
            <a:prstDash val="solid"/>
          </a:ln>
        </p:spPr>
        <p:txBody>
          <a:bodyPr lIns="95250" tIns="47625" rIns="95250" bIns="47625" rtlCol="0" anchor="t">
            <a:noAutofit/>
          </a:bodyPr>
          <a:lstStyle/>
          <a:p>
            <a:pPr indent="0" algn="l">
              <a:lnSpc>
                <a:spcPct val="150000"/>
              </a:lnSpc>
              <a:defRPr/>
            </a:pPr>
            <a:r>
              <a:rPr lang="en-US" sz="1800" b="1">
                <a:solidFill>
                  <a:srgbClr val="0053FF"/>
                </a:solidFill>
                <a:latin typeface="微软雅黑" charset="0"/>
                <a:ea typeface="微软雅黑" charset="0"/>
                <a:cs typeface="微软雅黑" charset="0"/>
                <a:sym typeface="+mn-ea"/>
              </a:rPr>
              <a:t>灵活策略</a:t>
            </a:r>
            <a:endParaRPr lang="en-US" sz="1800">
              <a:solidFill>
                <a:srgbClr val="0053FF"/>
              </a:solidFill>
              <a:latin typeface="微软雅黑" charset="0"/>
              <a:ea typeface="微软雅黑" charset="0"/>
              <a:cs typeface="微软雅黑" charset="0"/>
            </a:endParaRPr>
          </a:p>
          <a:p>
            <a:pPr indent="0" algn="l">
              <a:lnSpc>
                <a:spcPct val="150000"/>
              </a:lnSpc>
              <a:defRPr/>
            </a:pPr>
            <a:endParaRPr lang="en-US" altLang="en-US" sz="1800" b="0" i="0" u="none" strike="noStrike">
              <a:solidFill>
                <a:srgbClr val="0053FF"/>
              </a:solidFill>
              <a:latin typeface="微软雅黑" charset="0"/>
              <a:ea typeface="微软雅黑" charset="0"/>
              <a:cs typeface="微软雅黑" charset="0"/>
            </a:endParaRPr>
          </a:p>
        </p:txBody>
      </p:sp>
      <p:sp>
        <p:nvSpPr>
          <p:cNvPr id="51" name="矩形 50"/>
          <p:cNvSpPr/>
          <p:nvPr>
            <p:custDataLst>
              <p:tags r:id="rId10"/>
            </p:custDataLst>
          </p:nvPr>
        </p:nvSpPr>
        <p:spPr>
          <a:xfrm>
            <a:off x="7120255" y="5034915"/>
            <a:ext cx="146685" cy="252000"/>
          </a:xfrm>
          <a:prstGeom prst="rect">
            <a:avLst/>
          </a:prstGeom>
          <a:solidFill>
            <a:srgbClr val="0053FF"/>
          </a:solidFill>
          <a:ln>
            <a:solidFill>
              <a:srgbClr val="0053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52" name="直接连接符 51"/>
          <p:cNvCxnSpPr>
            <a:stCxn id="51" idx="2"/>
          </p:cNvCxnSpPr>
          <p:nvPr>
            <p:custDataLst>
              <p:tags r:id="rId11"/>
            </p:custDataLst>
          </p:nvPr>
        </p:nvCxnSpPr>
        <p:spPr>
          <a:xfrm>
            <a:off x="7193915" y="5287010"/>
            <a:ext cx="4723130" cy="0"/>
          </a:xfrm>
          <a:prstGeom prst="line">
            <a:avLst/>
          </a:prstGeom>
          <a:ln>
            <a:solidFill>
              <a:srgbClr val="0053FF"/>
            </a:solidFill>
          </a:ln>
        </p:spPr>
        <p:style>
          <a:lnRef idx="2">
            <a:schemeClr val="accent1"/>
          </a:lnRef>
          <a:fillRef idx="0">
            <a:srgbClr val="FFFFFF"/>
          </a:fillRef>
          <a:effectRef idx="0">
            <a:srgbClr val="FFFFFF"/>
          </a:effectRef>
          <a:fontRef idx="minor">
            <a:schemeClr val="tx1"/>
          </a:fontRef>
        </p:style>
      </p:cxnSp>
      <p:sp>
        <p:nvSpPr>
          <p:cNvPr id="53" name="文本框 52"/>
          <p:cNvSpPr txBox="1"/>
          <p:nvPr>
            <p:custDataLst>
              <p:tags r:id="rId12"/>
            </p:custDataLst>
          </p:nvPr>
        </p:nvSpPr>
        <p:spPr>
          <a:xfrm>
            <a:off x="7266940" y="5373370"/>
            <a:ext cx="4839970" cy="1337945"/>
          </a:xfrm>
          <a:prstGeom prst="rect">
            <a:avLst/>
          </a:prstGeom>
          <a:noFill/>
        </p:spPr>
        <p:txBody>
          <a:bodyPr wrap="square" rtlCol="0" anchor="t">
            <a:spAutoFit/>
          </a:bodyPr>
          <a:lstStyle/>
          <a:p>
            <a:pPr marL="0" lvl="0" indent="171450" algn="l">
              <a:lnSpc>
                <a:spcPct val="150000"/>
              </a:lnSpc>
              <a:buClr>
                <a:srgbClr val="808080"/>
              </a:buClr>
              <a:buChar char="•"/>
            </a:pPr>
            <a:r>
              <a:rPr lang="en-US" sz="1350">
                <a:solidFill>
                  <a:srgbClr val="808080"/>
                </a:solidFill>
                <a:latin typeface="微软雅黑" charset="0"/>
                <a:ea typeface="微软雅黑" charset="0"/>
                <a:cs typeface="微软雅黑" charset="0"/>
                <a:sym typeface="+mn-ea"/>
              </a:rPr>
              <a:t>可通过预热任务预热指定数据</a:t>
            </a:r>
            <a:r>
              <a:rPr lang="zh-CN" altLang="en-US" sz="1350">
                <a:solidFill>
                  <a:srgbClr val="808080"/>
                </a:solidFill>
                <a:latin typeface="微软雅黑" charset="0"/>
                <a:ea typeface="微软雅黑" charset="0"/>
                <a:cs typeface="微软雅黑" charset="0"/>
                <a:sym typeface="+mn-ea"/>
              </a:rPr>
              <a:t>到</a:t>
            </a:r>
            <a:r>
              <a:rPr lang="en-US" altLang="zh-CN" sz="1350">
                <a:solidFill>
                  <a:srgbClr val="808080"/>
                </a:solidFill>
                <a:latin typeface="微软雅黑" charset="0"/>
                <a:ea typeface="微软雅黑" charset="0"/>
                <a:cs typeface="微软雅黑" charset="0"/>
                <a:sym typeface="+mn-ea"/>
              </a:rPr>
              <a:t> NAS</a:t>
            </a:r>
            <a:r>
              <a:rPr lang="zh-CN" altLang="en-US" sz="1350">
                <a:solidFill>
                  <a:srgbClr val="808080"/>
                </a:solidFill>
                <a:latin typeface="微软雅黑" charset="0"/>
                <a:ea typeface="微软雅黑" charset="0"/>
                <a:cs typeface="微软雅黑" charset="0"/>
                <a:sym typeface="+mn-ea"/>
              </a:rPr>
              <a:t>，提效</a:t>
            </a:r>
            <a:endParaRPr lang="en-US" sz="1350" b="0" i="0" u="none" strike="noStrike">
              <a:solidFill>
                <a:srgbClr val="808080"/>
              </a:solidFill>
              <a:latin typeface="微软雅黑" charset="0"/>
              <a:ea typeface="微软雅黑" charset="0"/>
              <a:cs typeface="微软雅黑" charset="0"/>
            </a:endParaRPr>
          </a:p>
          <a:p>
            <a:pPr marL="0" lvl="0" indent="171450" algn="l">
              <a:lnSpc>
                <a:spcPct val="150000"/>
              </a:lnSpc>
              <a:buClr>
                <a:srgbClr val="808080"/>
              </a:buClr>
              <a:buChar char="•"/>
            </a:pPr>
            <a:r>
              <a:rPr lang="en-US" sz="1350">
                <a:solidFill>
                  <a:srgbClr val="808080"/>
                </a:solidFill>
                <a:latin typeface="微软雅黑" charset="0"/>
                <a:ea typeface="微软雅黑" charset="0"/>
                <a:cs typeface="微软雅黑" charset="0"/>
                <a:sym typeface="+mn-ea"/>
              </a:rPr>
              <a:t>可通过淘汰任务淘汰符合条件的数据</a:t>
            </a:r>
            <a:r>
              <a:rPr lang="zh-CN" altLang="en-US" sz="1350">
                <a:solidFill>
                  <a:srgbClr val="808080"/>
                </a:solidFill>
                <a:latin typeface="微软雅黑" charset="0"/>
                <a:ea typeface="微软雅黑" charset="0"/>
                <a:cs typeface="微软雅黑" charset="0"/>
                <a:sym typeface="+mn-ea"/>
              </a:rPr>
              <a:t>，保留元数据，降本</a:t>
            </a:r>
            <a:endParaRPr lang="zh-CN" altLang="en-US" sz="1350" b="0" i="0" u="none" strike="noStrike">
              <a:solidFill>
                <a:srgbClr val="808080"/>
              </a:solidFill>
              <a:latin typeface="微软雅黑" charset="0"/>
              <a:ea typeface="微软雅黑" charset="0"/>
              <a:cs typeface="微软雅黑" charset="0"/>
            </a:endParaRPr>
          </a:p>
          <a:p>
            <a:pPr marL="0" lvl="0" indent="171450" algn="l">
              <a:lnSpc>
                <a:spcPct val="150000"/>
              </a:lnSpc>
              <a:buClr>
                <a:srgbClr val="808080"/>
              </a:buClr>
              <a:buChar char="•"/>
            </a:pPr>
            <a:r>
              <a:rPr lang="zh-CN" altLang="en-US" sz="1350">
                <a:solidFill>
                  <a:srgbClr val="808080"/>
                </a:solidFill>
                <a:latin typeface="微软雅黑" charset="0"/>
                <a:ea typeface="微软雅黑" charset="0"/>
                <a:cs typeface="微软雅黑" charset="0"/>
                <a:sym typeface="+mn-ea"/>
              </a:rPr>
              <a:t>可通过沉降任务同步</a:t>
            </a:r>
            <a:r>
              <a:rPr lang="en-US" altLang="zh-CN" sz="1350">
                <a:solidFill>
                  <a:srgbClr val="808080"/>
                </a:solidFill>
                <a:latin typeface="微软雅黑" charset="0"/>
                <a:ea typeface="微软雅黑" charset="0"/>
                <a:cs typeface="微软雅黑" charset="0"/>
                <a:sym typeface="+mn-ea"/>
              </a:rPr>
              <a:t> NAS </a:t>
            </a:r>
            <a:r>
              <a:rPr lang="zh-CN" altLang="en-US" sz="1350">
                <a:solidFill>
                  <a:srgbClr val="808080"/>
                </a:solidFill>
                <a:latin typeface="微软雅黑" charset="0"/>
                <a:ea typeface="微软雅黑" charset="0"/>
                <a:cs typeface="微软雅黑" charset="0"/>
                <a:sym typeface="+mn-ea"/>
              </a:rPr>
              <a:t>内新写入或变更的数据到</a:t>
            </a:r>
            <a:r>
              <a:rPr lang="en-US" altLang="zh-CN" sz="1350">
                <a:solidFill>
                  <a:srgbClr val="808080"/>
                </a:solidFill>
                <a:latin typeface="微软雅黑" charset="0"/>
                <a:ea typeface="微软雅黑" charset="0"/>
                <a:cs typeface="微软雅黑" charset="0"/>
                <a:sym typeface="+mn-ea"/>
              </a:rPr>
              <a:t> TOS</a:t>
            </a:r>
            <a:endParaRPr lang="en-US" sz="1350" b="0" i="0" u="none" strike="noStrike">
              <a:solidFill>
                <a:srgbClr val="808080"/>
              </a:solidFill>
              <a:latin typeface="微软雅黑" charset="0"/>
              <a:ea typeface="微软雅黑" charset="0"/>
              <a:cs typeface="微软雅黑" charset="0"/>
            </a:endParaRPr>
          </a:p>
          <a:p>
            <a:pPr marL="0" lvl="0" indent="171450" algn="l">
              <a:lnSpc>
                <a:spcPct val="150000"/>
              </a:lnSpc>
              <a:buClr>
                <a:srgbClr val="808080"/>
              </a:buClr>
              <a:buChar char="•"/>
            </a:pPr>
            <a:r>
              <a:rPr lang="zh-CN" altLang="en-US" sz="1350">
                <a:solidFill>
                  <a:srgbClr val="808080"/>
                </a:solidFill>
                <a:latin typeface="微软雅黑" charset="0"/>
                <a:ea typeface="微软雅黑" charset="0"/>
                <a:cs typeface="微软雅黑" charset="0"/>
                <a:sym typeface="+mn-ea"/>
              </a:rPr>
              <a:t>支持</a:t>
            </a:r>
            <a:r>
              <a:rPr lang="en-US" sz="1350">
                <a:solidFill>
                  <a:srgbClr val="808080"/>
                </a:solidFill>
                <a:latin typeface="微软雅黑" charset="0"/>
                <a:ea typeface="微软雅黑" charset="0"/>
                <a:cs typeface="微软雅黑" charset="0"/>
                <a:sym typeface="+mn-ea"/>
              </a:rPr>
              <a:t>双向数据变更自动同步</a:t>
            </a:r>
            <a:endParaRPr lang="zh-CN" altLang="en-US" sz="1350">
              <a:solidFill>
                <a:srgbClr val="808080"/>
              </a:solidFill>
              <a:latin typeface="微软雅黑" charset="0"/>
              <a:ea typeface="微软雅黑" charset="0"/>
              <a:cs typeface="微软雅黑" charset="0"/>
              <a:sym typeface="+mn-ea"/>
            </a:endParaRPr>
          </a:p>
        </p:txBody>
      </p:sp>
      <p:sp>
        <p:nvSpPr>
          <p:cNvPr id="54" name="文本框 53"/>
          <p:cNvSpPr txBox="1"/>
          <p:nvPr/>
        </p:nvSpPr>
        <p:spPr>
          <a:xfrm>
            <a:off x="2066290" y="6353175"/>
            <a:ext cx="2995295" cy="299085"/>
          </a:xfrm>
          <a:prstGeom prst="rect">
            <a:avLst/>
          </a:prstGeom>
          <a:noFill/>
        </p:spPr>
        <p:txBody>
          <a:bodyPr wrap="square" rtlCol="0">
            <a:spAutoFit/>
          </a:bodyPr>
          <a:lstStyle/>
          <a:p>
            <a:r>
              <a:rPr lang="en-US" sz="1350">
                <a:solidFill>
                  <a:srgbClr val="808080"/>
                </a:solidFill>
                <a:latin typeface="微软雅黑" charset="0"/>
                <a:ea typeface="微软雅黑" charset="0"/>
                <a:cs typeface="微软雅黑" charset="0"/>
              </a:rPr>
              <a:t>限制：暂不支持 hard/soft link</a:t>
            </a:r>
            <a:endParaRPr lang="en-US" altLang="zh-CN">
              <a:latin typeface="微软雅黑" charset="0"/>
              <a:ea typeface="微软雅黑" charset="0"/>
              <a:cs typeface="微软雅黑" charset="0"/>
            </a:endParaRPr>
          </a:p>
        </p:txBody>
      </p:sp>
      <p:sp>
        <p:nvSpPr>
          <p:cNvPr id="62" name="AutoShape 35"/>
          <p:cNvSpPr/>
          <p:nvPr>
            <p:custDataLst>
              <p:tags r:id="rId13"/>
            </p:custDataLst>
          </p:nvPr>
        </p:nvSpPr>
        <p:spPr>
          <a:xfrm>
            <a:off x="1334770" y="4830445"/>
            <a:ext cx="946150" cy="203835"/>
          </a:xfrm>
          <a:prstGeom prst="roundRect">
            <a:avLst>
              <a:gd name="adj" fmla="val 8042"/>
            </a:avLst>
          </a:prstGeom>
          <a:solidFill>
            <a:schemeClr val="bg1"/>
          </a:solidFill>
          <a:ln w="12700">
            <a:solidFill>
              <a:srgbClr val="0053FF"/>
            </a:solidFill>
            <a:prstDash val="solid"/>
          </a:ln>
          <a:effectLst/>
        </p:spPr>
        <p:txBody>
          <a:bodyPr lIns="95250" tIns="47625" rIns="95250" bIns="47625" rtlCol="0" anchor="ctr" anchorCtr="0">
            <a:noAutofit/>
          </a:bodyPr>
          <a:lstStyle/>
          <a:p>
            <a:pPr indent="0" algn="ctr">
              <a:lnSpc>
                <a:spcPct val="100000"/>
              </a:lnSpc>
              <a:defRPr/>
            </a:pPr>
            <a:r>
              <a:rPr lang="zh-CN" altLang="en-US" sz="800" b="0" i="0" u="none" strike="noStrike">
                <a:solidFill>
                  <a:srgbClr val="1F2329"/>
                </a:solidFill>
                <a:latin typeface="微软雅黑" charset="0"/>
                <a:ea typeface="微软雅黑" charset="0"/>
              </a:rPr>
              <a:t>热数据按需加载</a:t>
            </a:r>
          </a:p>
        </p:txBody>
      </p:sp>
      <p:sp>
        <p:nvSpPr>
          <p:cNvPr id="14" name="AutoShape 35"/>
          <p:cNvSpPr/>
          <p:nvPr>
            <p:custDataLst>
              <p:tags r:id="rId14"/>
            </p:custDataLst>
          </p:nvPr>
        </p:nvSpPr>
        <p:spPr>
          <a:xfrm>
            <a:off x="2409190" y="4830445"/>
            <a:ext cx="946785" cy="203835"/>
          </a:xfrm>
          <a:prstGeom prst="roundRect">
            <a:avLst>
              <a:gd name="adj" fmla="val 8042"/>
            </a:avLst>
          </a:prstGeom>
          <a:solidFill>
            <a:schemeClr val="bg1"/>
          </a:solidFill>
          <a:ln w="12700">
            <a:solidFill>
              <a:srgbClr val="0053FF"/>
            </a:solidFill>
            <a:prstDash val="solid"/>
          </a:ln>
          <a:effectLst/>
        </p:spPr>
        <p:txBody>
          <a:bodyPr lIns="95250" tIns="47625" rIns="95250" bIns="47625" rtlCol="0" anchor="ctr" anchorCtr="0">
            <a:noAutofit/>
          </a:bodyPr>
          <a:lstStyle/>
          <a:p>
            <a:pPr indent="0" algn="ctr">
              <a:lnSpc>
                <a:spcPct val="100000"/>
              </a:lnSpc>
              <a:defRPr/>
            </a:pPr>
            <a:r>
              <a:rPr lang="zh-CN" altLang="en-US" sz="800" b="0" i="0" u="none" strike="noStrike">
                <a:solidFill>
                  <a:srgbClr val="1F2329"/>
                </a:solidFill>
                <a:latin typeface="微软雅黑" charset="0"/>
                <a:ea typeface="微软雅黑" charset="0"/>
              </a:rPr>
              <a:t>热数据预热加载</a:t>
            </a:r>
          </a:p>
        </p:txBody>
      </p:sp>
      <p:sp>
        <p:nvSpPr>
          <p:cNvPr id="15" name="AutoShape 35"/>
          <p:cNvSpPr/>
          <p:nvPr>
            <p:custDataLst>
              <p:tags r:id="rId15"/>
            </p:custDataLst>
          </p:nvPr>
        </p:nvSpPr>
        <p:spPr>
          <a:xfrm>
            <a:off x="3484245" y="4830445"/>
            <a:ext cx="946785" cy="203835"/>
          </a:xfrm>
          <a:prstGeom prst="roundRect">
            <a:avLst>
              <a:gd name="adj" fmla="val 8042"/>
            </a:avLst>
          </a:prstGeom>
          <a:solidFill>
            <a:schemeClr val="bg1"/>
          </a:solidFill>
          <a:ln w="12700">
            <a:solidFill>
              <a:srgbClr val="0053FF"/>
            </a:solidFill>
            <a:prstDash val="solid"/>
          </a:ln>
          <a:effectLst/>
        </p:spPr>
        <p:txBody>
          <a:bodyPr lIns="95250" tIns="47625" rIns="95250" bIns="47625" rtlCol="0" anchor="ctr" anchorCtr="0">
            <a:noAutofit/>
          </a:bodyPr>
          <a:lstStyle/>
          <a:p>
            <a:pPr indent="0" algn="ctr">
              <a:lnSpc>
                <a:spcPct val="100000"/>
              </a:lnSpc>
              <a:defRPr/>
            </a:pPr>
            <a:r>
              <a:rPr lang="zh-CN" altLang="en-US" sz="800" b="0" i="0" u="none" strike="noStrike">
                <a:solidFill>
                  <a:srgbClr val="1F2329"/>
                </a:solidFill>
                <a:latin typeface="微软雅黑" charset="0"/>
                <a:ea typeface="微软雅黑" charset="0"/>
              </a:rPr>
              <a:t>冷数据淘汰</a:t>
            </a:r>
          </a:p>
        </p:txBody>
      </p:sp>
      <p:sp>
        <p:nvSpPr>
          <p:cNvPr id="16" name="AutoShape 35"/>
          <p:cNvSpPr/>
          <p:nvPr>
            <p:custDataLst>
              <p:tags r:id="rId16"/>
            </p:custDataLst>
          </p:nvPr>
        </p:nvSpPr>
        <p:spPr>
          <a:xfrm>
            <a:off x="4559300" y="4830445"/>
            <a:ext cx="946785" cy="203835"/>
          </a:xfrm>
          <a:prstGeom prst="roundRect">
            <a:avLst>
              <a:gd name="adj" fmla="val 8042"/>
            </a:avLst>
          </a:prstGeom>
          <a:solidFill>
            <a:schemeClr val="bg1"/>
          </a:solidFill>
          <a:ln w="12700">
            <a:solidFill>
              <a:srgbClr val="0053FF"/>
            </a:solidFill>
            <a:prstDash val="solid"/>
          </a:ln>
          <a:effectLst/>
        </p:spPr>
        <p:txBody>
          <a:bodyPr lIns="95250" tIns="47625" rIns="95250" bIns="47625" rtlCol="0" anchor="ctr" anchorCtr="0">
            <a:noAutofit/>
          </a:bodyPr>
          <a:lstStyle/>
          <a:p>
            <a:pPr indent="0" algn="ctr">
              <a:lnSpc>
                <a:spcPct val="100000"/>
              </a:lnSpc>
              <a:defRPr/>
            </a:pPr>
            <a:r>
              <a:rPr lang="zh-CN" altLang="en-US" sz="800" b="0" i="0" u="none" strike="noStrike">
                <a:solidFill>
                  <a:srgbClr val="1F2329"/>
                </a:solidFill>
                <a:latin typeface="微软雅黑" charset="0"/>
                <a:ea typeface="微软雅黑" charset="0"/>
              </a:rPr>
              <a:t>热数据沉降</a:t>
            </a:r>
          </a:p>
        </p:txBody>
      </p:sp>
      <p:sp>
        <p:nvSpPr>
          <p:cNvPr id="17" name="AutoShape 26"/>
          <p:cNvSpPr/>
          <p:nvPr>
            <p:custDataLst>
              <p:tags r:id="rId17"/>
            </p:custDataLst>
          </p:nvPr>
        </p:nvSpPr>
        <p:spPr>
          <a:xfrm>
            <a:off x="4046220" y="4349115"/>
            <a:ext cx="748665" cy="391795"/>
          </a:xfrm>
          <a:prstGeom prst="roundRect">
            <a:avLst>
              <a:gd name="adj" fmla="val 17013"/>
            </a:avLst>
          </a:prstGeom>
          <a:solidFill>
            <a:srgbClr val="E2F0D9">
              <a:alpha val="100000"/>
            </a:srgbClr>
          </a:solidFill>
          <a:ln w="12700">
            <a:noFill/>
            <a:prstDash val="solid"/>
          </a:ln>
          <a:effectLst>
            <a:outerShdw blurRad="47625" dist="38100" dir="2700000" algn="tr">
              <a:srgbClr val="000000">
                <a:alpha val="40000"/>
              </a:srgbClr>
            </a:outerShdw>
          </a:effectLst>
        </p:spPr>
        <p:txBody>
          <a:bodyPr lIns="95250" tIns="47625" rIns="95250" bIns="47625" rtlCol="0" anchor="ctr">
            <a:noAutofit/>
          </a:bodyPr>
          <a:lstStyle/>
          <a:p>
            <a:pPr indent="0" algn="ctr">
              <a:lnSpc>
                <a:spcPct val="100000"/>
              </a:lnSpc>
              <a:defRPr/>
            </a:pPr>
            <a:r>
              <a:rPr lang="zh-CN" altLang="en-US" sz="1350" b="0" i="0" u="none" strike="noStrike">
                <a:solidFill>
                  <a:srgbClr val="1F2329"/>
                </a:solidFill>
                <a:latin typeface="微软雅黑" charset="0"/>
                <a:ea typeface="微软雅黑" charset="0"/>
              </a:rPr>
              <a:t>可观测</a:t>
            </a:r>
          </a:p>
        </p:txBody>
      </p:sp>
      <p:sp>
        <p:nvSpPr>
          <p:cNvPr id="18" name="AutoShape 26"/>
          <p:cNvSpPr/>
          <p:nvPr>
            <p:custDataLst>
              <p:tags r:id="rId18"/>
            </p:custDataLst>
          </p:nvPr>
        </p:nvSpPr>
        <p:spPr>
          <a:xfrm>
            <a:off x="4840605" y="4349115"/>
            <a:ext cx="666115" cy="391795"/>
          </a:xfrm>
          <a:prstGeom prst="roundRect">
            <a:avLst>
              <a:gd name="adj" fmla="val 17013"/>
            </a:avLst>
          </a:prstGeom>
          <a:solidFill>
            <a:srgbClr val="E2F0D9">
              <a:alpha val="100000"/>
            </a:srgbClr>
          </a:solidFill>
          <a:ln w="12700">
            <a:noFill/>
            <a:prstDash val="solid"/>
          </a:ln>
          <a:effectLst>
            <a:outerShdw blurRad="47625" dist="38100" dir="2700000" algn="tr">
              <a:srgbClr val="000000">
                <a:alpha val="40000"/>
              </a:srgbClr>
            </a:outerShdw>
          </a:effectLst>
        </p:spPr>
        <p:txBody>
          <a:bodyPr lIns="95250" tIns="47625" rIns="95250" bIns="47625" rtlCol="0" anchor="ctr">
            <a:noAutofit/>
          </a:bodyPr>
          <a:lstStyle/>
          <a:p>
            <a:pPr indent="0" algn="ctr">
              <a:lnSpc>
                <a:spcPct val="100000"/>
              </a:lnSpc>
              <a:defRPr/>
            </a:pPr>
            <a:r>
              <a:rPr lang="zh-CN" altLang="en-US" sz="1350" b="0" i="0" u="none" strike="noStrike">
                <a:solidFill>
                  <a:srgbClr val="1F2329"/>
                </a:solidFill>
                <a:latin typeface="微软雅黑" charset="0"/>
                <a:ea typeface="微软雅黑" charset="0"/>
              </a:rPr>
              <a:t>审计</a:t>
            </a:r>
          </a:p>
        </p:txBody>
      </p:sp>
      <p:sp>
        <p:nvSpPr>
          <p:cNvPr id="19" name="AutoShape 35"/>
          <p:cNvSpPr/>
          <p:nvPr>
            <p:custDataLst>
              <p:tags r:id="rId19"/>
            </p:custDataLst>
          </p:nvPr>
        </p:nvSpPr>
        <p:spPr>
          <a:xfrm>
            <a:off x="1334770" y="3636645"/>
            <a:ext cx="946150" cy="203835"/>
          </a:xfrm>
          <a:prstGeom prst="roundRect">
            <a:avLst>
              <a:gd name="adj" fmla="val 8042"/>
            </a:avLst>
          </a:prstGeom>
          <a:solidFill>
            <a:schemeClr val="bg1"/>
          </a:solidFill>
          <a:ln w="12700">
            <a:solidFill>
              <a:srgbClr val="0053FF"/>
            </a:solidFill>
            <a:prstDash val="solid"/>
          </a:ln>
          <a:effectLst/>
        </p:spPr>
        <p:txBody>
          <a:bodyPr lIns="95250" tIns="47625" rIns="95250" bIns="47625" rtlCol="0" anchor="ctr" anchorCtr="0">
            <a:noAutofit/>
          </a:bodyPr>
          <a:lstStyle/>
          <a:p>
            <a:pPr indent="0" algn="ctr">
              <a:lnSpc>
                <a:spcPct val="100000"/>
              </a:lnSpc>
              <a:defRPr/>
            </a:pPr>
            <a:r>
              <a:rPr lang="en-US" altLang="zh-CN" sz="800" b="0" i="0" u="none" strike="noStrike">
                <a:solidFill>
                  <a:srgbClr val="1F2329"/>
                </a:solidFill>
                <a:latin typeface="微软雅黑" charset="0"/>
                <a:ea typeface="微软雅黑" charset="0"/>
              </a:rPr>
              <a:t>0 </a:t>
            </a:r>
            <a:r>
              <a:rPr lang="zh-CN" altLang="en-US" sz="800" b="0" i="0" u="none" strike="noStrike">
                <a:solidFill>
                  <a:srgbClr val="1F2329"/>
                </a:solidFill>
                <a:latin typeface="微软雅黑" charset="0"/>
                <a:ea typeface="微软雅黑" charset="0"/>
              </a:rPr>
              <a:t>起配</a:t>
            </a:r>
          </a:p>
        </p:txBody>
      </p:sp>
      <p:sp>
        <p:nvSpPr>
          <p:cNvPr id="20" name="AutoShape 35"/>
          <p:cNvSpPr/>
          <p:nvPr>
            <p:custDataLst>
              <p:tags r:id="rId20"/>
            </p:custDataLst>
          </p:nvPr>
        </p:nvSpPr>
        <p:spPr>
          <a:xfrm>
            <a:off x="2409825" y="3636645"/>
            <a:ext cx="946150" cy="203835"/>
          </a:xfrm>
          <a:prstGeom prst="roundRect">
            <a:avLst>
              <a:gd name="adj" fmla="val 8042"/>
            </a:avLst>
          </a:prstGeom>
          <a:solidFill>
            <a:schemeClr val="bg1"/>
          </a:solidFill>
          <a:ln w="12700">
            <a:solidFill>
              <a:srgbClr val="0053FF"/>
            </a:solidFill>
            <a:prstDash val="solid"/>
          </a:ln>
          <a:effectLst/>
        </p:spPr>
        <p:txBody>
          <a:bodyPr lIns="95250" tIns="47625" rIns="95250" bIns="47625" rtlCol="0" anchor="ctr" anchorCtr="0">
            <a:noAutofit/>
          </a:bodyPr>
          <a:lstStyle/>
          <a:p>
            <a:pPr indent="0" algn="ctr">
              <a:lnSpc>
                <a:spcPct val="100000"/>
              </a:lnSpc>
              <a:defRPr/>
            </a:pPr>
            <a:r>
              <a:rPr lang="zh-CN" altLang="en-US" sz="800" b="0" i="0" u="none" strike="noStrike">
                <a:solidFill>
                  <a:srgbClr val="1F2329"/>
                </a:solidFill>
                <a:latin typeface="微软雅黑" charset="0"/>
                <a:ea typeface="微软雅黑" charset="0"/>
              </a:rPr>
              <a:t>弹性扩缩容</a:t>
            </a:r>
          </a:p>
        </p:txBody>
      </p:sp>
      <p:sp>
        <p:nvSpPr>
          <p:cNvPr id="21" name="AutoShape 35"/>
          <p:cNvSpPr/>
          <p:nvPr>
            <p:custDataLst>
              <p:tags r:id="rId21"/>
            </p:custDataLst>
          </p:nvPr>
        </p:nvSpPr>
        <p:spPr>
          <a:xfrm>
            <a:off x="3484880" y="3636645"/>
            <a:ext cx="946150" cy="203835"/>
          </a:xfrm>
          <a:prstGeom prst="roundRect">
            <a:avLst>
              <a:gd name="adj" fmla="val 8042"/>
            </a:avLst>
          </a:prstGeom>
          <a:solidFill>
            <a:schemeClr val="bg1"/>
          </a:solidFill>
          <a:ln w="12700">
            <a:solidFill>
              <a:srgbClr val="0053FF"/>
            </a:solidFill>
            <a:prstDash val="solid"/>
          </a:ln>
          <a:effectLst/>
        </p:spPr>
        <p:txBody>
          <a:bodyPr lIns="95250" tIns="47625" rIns="95250" bIns="47625" rtlCol="0" anchor="ctr" anchorCtr="0">
            <a:noAutofit/>
          </a:bodyPr>
          <a:lstStyle/>
          <a:p>
            <a:pPr indent="0" algn="ctr">
              <a:lnSpc>
                <a:spcPct val="100000"/>
              </a:lnSpc>
              <a:defRPr/>
            </a:pPr>
            <a:r>
              <a:rPr lang="zh-CN" altLang="en-US" sz="800" b="0" i="0" u="none" strike="noStrike">
                <a:solidFill>
                  <a:srgbClr val="1F2329"/>
                </a:solidFill>
                <a:latin typeface="微软雅黑" charset="0"/>
                <a:ea typeface="微软雅黑" charset="0"/>
              </a:rPr>
              <a:t>基准带宽</a:t>
            </a:r>
          </a:p>
        </p:txBody>
      </p:sp>
      <p:sp>
        <p:nvSpPr>
          <p:cNvPr id="22" name="AutoShape 35"/>
          <p:cNvSpPr/>
          <p:nvPr>
            <p:custDataLst>
              <p:tags r:id="rId22"/>
            </p:custDataLst>
          </p:nvPr>
        </p:nvSpPr>
        <p:spPr>
          <a:xfrm>
            <a:off x="4559935" y="3636645"/>
            <a:ext cx="946150" cy="203835"/>
          </a:xfrm>
          <a:prstGeom prst="roundRect">
            <a:avLst>
              <a:gd name="adj" fmla="val 8042"/>
            </a:avLst>
          </a:prstGeom>
          <a:solidFill>
            <a:schemeClr val="bg1"/>
          </a:solidFill>
          <a:ln w="12700">
            <a:solidFill>
              <a:srgbClr val="0053FF"/>
            </a:solidFill>
            <a:prstDash val="solid"/>
          </a:ln>
          <a:effectLst/>
        </p:spPr>
        <p:txBody>
          <a:bodyPr lIns="95250" tIns="47625" rIns="95250" bIns="47625" rtlCol="0" anchor="ctr" anchorCtr="0">
            <a:noAutofit/>
          </a:bodyPr>
          <a:lstStyle/>
          <a:p>
            <a:pPr indent="0" algn="ctr">
              <a:lnSpc>
                <a:spcPct val="100000"/>
              </a:lnSpc>
              <a:defRPr/>
            </a:pPr>
            <a:r>
              <a:rPr lang="zh-CN" altLang="en-US" sz="800" b="0" i="0" u="none" strike="noStrike">
                <a:solidFill>
                  <a:srgbClr val="1F2329"/>
                </a:solidFill>
                <a:latin typeface="微软雅黑" charset="0"/>
                <a:ea typeface="微软雅黑" charset="0"/>
              </a:rPr>
              <a:t>预配置带宽</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TABLE_ENDDRAG_ORIGIN_RECT" val="856*301"/>
  <p:tag name="TABLE_ENDDRAG_RECT" val="48*73*856*301"/>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TABLE_ENDDRAG_ORIGIN_RECT" val="818*138"/>
  <p:tag name="TABLE_ENDDRAG_RECT" val="48*94*818*138"/>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TABLE_ENDDRAG_ORIGIN_RECT" val="828*314"/>
  <p:tag name="TABLE_ENDDRAG_RECT" val="29*101*828*314"/>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TABLE_ENDDRAG_ORIGIN_RECT" val="494*56"/>
  <p:tag name="TABLE_ENDDRAG_RECT" val="38*96*494*56"/>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webwppDef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1469</Words>
  <Application>Microsoft Macintosh PowerPoint</Application>
  <PresentationFormat>Widescreen</PresentationFormat>
  <Paragraphs>249</Paragraphs>
  <Slides>11</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11</vt:i4>
      </vt:variant>
    </vt:vector>
  </HeadingPairs>
  <TitlesOfParts>
    <vt:vector size="19" baseType="lpstr">
      <vt:lpstr>Wingdings</vt:lpstr>
      <vt:lpstr>FZLanTingHeiS-R-GB</vt:lpstr>
      <vt:lpstr>微软雅黑</vt:lpstr>
      <vt:lpstr>Arial</vt:lpstr>
      <vt:lpstr>等线</vt:lpstr>
      <vt:lpstr>Lantinghei SC Demibold</vt:lpstr>
      <vt:lpstr>webwppDefTheme</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Zhang Jian</cp:lastModifiedBy>
  <cp:revision>359</cp:revision>
  <dcterms:created xsi:type="dcterms:W3CDTF">2024-09-25T05:28:03Z</dcterms:created>
  <dcterms:modified xsi:type="dcterms:W3CDTF">2024-11-19T02:53:15Z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310E2B3886D0B25A5FEDF06667E61AC3_43</vt:lpwstr>
  </property>
  <property fmtid="{D5CDD505-2E9C-101B-9397-08002B2CF9AE}" pid="3" name="KSOProductBuildVer">
    <vt:lpwstr>2052-6.7.1.8828</vt:lpwstr>
  </property>
</Properties>
</file>